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19" r:id="rId4"/>
    <p:sldId id="320" r:id="rId5"/>
    <p:sldId id="322" r:id="rId6"/>
    <p:sldId id="321" r:id="rId7"/>
    <p:sldId id="323" r:id="rId8"/>
    <p:sldId id="415" r:id="rId9"/>
    <p:sldId id="413" r:id="rId10"/>
    <p:sldId id="414" r:id="rId11"/>
    <p:sldId id="324" r:id="rId12"/>
    <p:sldId id="409" r:id="rId13"/>
    <p:sldId id="325" r:id="rId14"/>
    <p:sldId id="410" r:id="rId15"/>
    <p:sldId id="376" r:id="rId16"/>
    <p:sldId id="372" r:id="rId17"/>
    <p:sldId id="326" r:id="rId18"/>
    <p:sldId id="371" r:id="rId19"/>
    <p:sldId id="361" r:id="rId20"/>
    <p:sldId id="374" r:id="rId21"/>
    <p:sldId id="332" r:id="rId22"/>
    <p:sldId id="327" r:id="rId23"/>
    <p:sldId id="314" r:id="rId24"/>
    <p:sldId id="312" r:id="rId25"/>
    <p:sldId id="333" r:id="rId26"/>
    <p:sldId id="407" r:id="rId27"/>
    <p:sldId id="377" r:id="rId28"/>
    <p:sldId id="412" r:id="rId29"/>
    <p:sldId id="405" r:id="rId30"/>
    <p:sldId id="304" r:id="rId31"/>
    <p:sldId id="403" r:id="rId32"/>
    <p:sldId id="406" r:id="rId33"/>
    <p:sldId id="375" r:id="rId34"/>
    <p:sldId id="299" r:id="rId35"/>
    <p:sldId id="354" r:id="rId36"/>
    <p:sldId id="41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7EAED"/>
    <a:srgbClr val="F2F2F2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C7D27F-A0AC-4233-A74F-D8FDBA769D6C}" v="10" dt="2025-10-17T20:36:44.8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dy Bakry" userId="ee865345f39d1fa7" providerId="LiveId" clId="{7425AA64-D11E-44F1-A947-4FAB51EC7170}"/>
    <pc:docChg chg="undo redo custSel addSld delSld modSld sldOrd">
      <pc:chgData name="Hamdy Bakry" userId="ee865345f39d1fa7" providerId="LiveId" clId="{7425AA64-D11E-44F1-A947-4FAB51EC7170}" dt="2025-07-13T02:40:18.346" v="1505" actId="1035"/>
      <pc:docMkLst>
        <pc:docMk/>
      </pc:docMkLst>
      <pc:sldChg chg="modSp mod ord">
        <pc:chgData name="Hamdy Bakry" userId="ee865345f39d1fa7" providerId="LiveId" clId="{7425AA64-D11E-44F1-A947-4FAB51EC7170}" dt="2025-07-13T02:40:18.346" v="1505" actId="1035"/>
        <pc:sldMkLst>
          <pc:docMk/>
          <pc:sldMk cId="550141365" sldId="304"/>
        </pc:sldMkLst>
      </pc:sldChg>
      <pc:sldChg chg="modSp mod">
        <pc:chgData name="Hamdy Bakry" userId="ee865345f39d1fa7" providerId="LiveId" clId="{7425AA64-D11E-44F1-A947-4FAB51EC7170}" dt="2025-07-13T02:36:00.167" v="1441" actId="20577"/>
        <pc:sldMkLst>
          <pc:docMk/>
          <pc:sldMk cId="535973061" sldId="319"/>
        </pc:sldMkLst>
      </pc:sldChg>
      <pc:sldChg chg="modSp mod">
        <pc:chgData name="Hamdy Bakry" userId="ee865345f39d1fa7" providerId="LiveId" clId="{7425AA64-D11E-44F1-A947-4FAB51EC7170}" dt="2025-07-13T02:38:34.531" v="1460" actId="20577"/>
        <pc:sldMkLst>
          <pc:docMk/>
          <pc:sldMk cId="3715041730" sldId="333"/>
        </pc:sldMkLst>
      </pc:sldChg>
      <pc:sldChg chg="addSp modSp mod ord">
        <pc:chgData name="Hamdy Bakry" userId="ee865345f39d1fa7" providerId="LiveId" clId="{7425AA64-D11E-44F1-A947-4FAB51EC7170}" dt="2025-07-13T01:29:57.642" v="50" actId="1076"/>
        <pc:sldMkLst>
          <pc:docMk/>
          <pc:sldMk cId="3646869698" sldId="361"/>
        </pc:sldMkLst>
      </pc:sldChg>
      <pc:sldChg chg="modSp mod ord">
        <pc:chgData name="Hamdy Bakry" userId="ee865345f39d1fa7" providerId="LiveId" clId="{7425AA64-D11E-44F1-A947-4FAB51EC7170}" dt="2025-07-13T01:26:13.910" v="9"/>
        <pc:sldMkLst>
          <pc:docMk/>
          <pc:sldMk cId="3461671776" sldId="371"/>
        </pc:sldMkLst>
      </pc:sldChg>
      <pc:sldChg chg="addSp modSp mod">
        <pc:chgData name="Hamdy Bakry" userId="ee865345f39d1fa7" providerId="LiveId" clId="{7425AA64-D11E-44F1-A947-4FAB51EC7170}" dt="2025-07-13T01:29:22.048" v="36" actId="1076"/>
        <pc:sldMkLst>
          <pc:docMk/>
          <pc:sldMk cId="3959107216" sldId="374"/>
        </pc:sldMkLst>
      </pc:sldChg>
      <pc:sldChg chg="ord">
        <pc:chgData name="Hamdy Bakry" userId="ee865345f39d1fa7" providerId="LiveId" clId="{7425AA64-D11E-44F1-A947-4FAB51EC7170}" dt="2025-07-13T02:37:06.638" v="1443"/>
        <pc:sldMkLst>
          <pc:docMk/>
          <pc:sldMk cId="4157869702" sldId="375"/>
        </pc:sldMkLst>
      </pc:sldChg>
      <pc:sldChg chg="ord">
        <pc:chgData name="Hamdy Bakry" userId="ee865345f39d1fa7" providerId="LiveId" clId="{7425AA64-D11E-44F1-A947-4FAB51EC7170}" dt="2025-07-13T02:38:59.700" v="1463"/>
        <pc:sldMkLst>
          <pc:docMk/>
          <pc:sldMk cId="710846730" sldId="403"/>
        </pc:sldMkLst>
      </pc:sldChg>
      <pc:sldChg chg="del">
        <pc:chgData name="Hamdy Bakry" userId="ee865345f39d1fa7" providerId="LiveId" clId="{7425AA64-D11E-44F1-A947-4FAB51EC7170}" dt="2025-07-13T02:38:47.633" v="1461" actId="47"/>
        <pc:sldMkLst>
          <pc:docMk/>
          <pc:sldMk cId="3583147929" sldId="404"/>
        </pc:sldMkLst>
      </pc:sldChg>
      <pc:sldChg chg="modSp mod">
        <pc:chgData name="Hamdy Bakry" userId="ee865345f39d1fa7" providerId="LiveId" clId="{7425AA64-D11E-44F1-A947-4FAB51EC7170}" dt="2025-07-13T02:39:19.826" v="1465"/>
        <pc:sldMkLst>
          <pc:docMk/>
          <pc:sldMk cId="591529379" sldId="407"/>
        </pc:sldMkLst>
      </pc:sldChg>
      <pc:sldChg chg="addSp delSp modSp del mod modClrScheme modShow chgLayout">
        <pc:chgData name="Hamdy Bakry" userId="ee865345f39d1fa7" providerId="LiveId" clId="{7425AA64-D11E-44F1-A947-4FAB51EC7170}" dt="2025-07-13T02:04:16.335" v="497" actId="2696"/>
        <pc:sldMkLst>
          <pc:docMk/>
          <pc:sldMk cId="3868709092" sldId="408"/>
        </pc:sldMkLst>
      </pc:sldChg>
      <pc:sldChg chg="addSp delSp modSp add mod modShow">
        <pc:chgData name="Hamdy Bakry" userId="ee865345f39d1fa7" providerId="LiveId" clId="{7425AA64-D11E-44F1-A947-4FAB51EC7170}" dt="2025-07-13T02:24:43.050" v="1162" actId="13239"/>
        <pc:sldMkLst>
          <pc:docMk/>
          <pc:sldMk cId="4244919861" sldId="413"/>
        </pc:sldMkLst>
      </pc:sldChg>
      <pc:sldChg chg="addSp delSp modSp add mod modShow">
        <pc:chgData name="Hamdy Bakry" userId="ee865345f39d1fa7" providerId="LiveId" clId="{7425AA64-D11E-44F1-A947-4FAB51EC7170}" dt="2025-07-13T02:33:04.339" v="1401" actId="20577"/>
        <pc:sldMkLst>
          <pc:docMk/>
          <pc:sldMk cId="856859625" sldId="414"/>
        </pc:sldMkLst>
      </pc:sldChg>
      <pc:sldChg chg="addSp delSp modSp add mod modClrScheme chgLayout">
        <pc:chgData name="Hamdy Bakry" userId="ee865345f39d1fa7" providerId="LiveId" clId="{7425AA64-D11E-44F1-A947-4FAB51EC7170}" dt="2025-07-13T02:24:39.800" v="1161" actId="13239"/>
        <pc:sldMkLst>
          <pc:docMk/>
          <pc:sldMk cId="2529966351" sldId="415"/>
        </pc:sldMkLst>
      </pc:sldChg>
    </pc:docChg>
  </pc:docChgLst>
  <pc:docChgLst>
    <pc:chgData name="Hamdy Bakry" userId="ee865345f39d1fa7" providerId="LiveId" clId="{7CC7D27F-A0AC-4233-A74F-D8FDBA769D6C}"/>
    <pc:docChg chg="undo redo custSel addSld delSld modSld">
      <pc:chgData name="Hamdy Bakry" userId="ee865345f39d1fa7" providerId="LiveId" clId="{7CC7D27F-A0AC-4233-A74F-D8FDBA769D6C}" dt="2025-10-17T22:19:05.904" v="828" actId="6549"/>
      <pc:docMkLst>
        <pc:docMk/>
      </pc:docMkLst>
      <pc:sldChg chg="modSp mod">
        <pc:chgData name="Hamdy Bakry" userId="ee865345f39d1fa7" providerId="LiveId" clId="{7CC7D27F-A0AC-4233-A74F-D8FDBA769D6C}" dt="2025-10-17T19:13:59.001" v="10" actId="20577"/>
        <pc:sldMkLst>
          <pc:docMk/>
          <pc:sldMk cId="3545925990" sldId="256"/>
        </pc:sldMkLst>
        <pc:spChg chg="mod">
          <ac:chgData name="Hamdy Bakry" userId="ee865345f39d1fa7" providerId="LiveId" clId="{7CC7D27F-A0AC-4233-A74F-D8FDBA769D6C}" dt="2025-10-17T19:13:59.001" v="10" actId="20577"/>
          <ac:spMkLst>
            <pc:docMk/>
            <pc:sldMk cId="3545925990" sldId="256"/>
            <ac:spMk id="3" creationId="{5541D980-21C6-F0C6-3FC1-90C488408FAF}"/>
          </ac:spMkLst>
        </pc:spChg>
      </pc:sldChg>
      <pc:sldChg chg="mod modShow">
        <pc:chgData name="Hamdy Bakry" userId="ee865345f39d1fa7" providerId="LiveId" clId="{7CC7D27F-A0AC-4233-A74F-D8FDBA769D6C}" dt="2025-10-17T22:12:51.404" v="779" actId="729"/>
        <pc:sldMkLst>
          <pc:docMk/>
          <pc:sldMk cId="1370584881" sldId="299"/>
        </pc:sldMkLst>
      </pc:sldChg>
      <pc:sldChg chg="modSp mod">
        <pc:chgData name="Hamdy Bakry" userId="ee865345f39d1fa7" providerId="LiveId" clId="{7CC7D27F-A0AC-4233-A74F-D8FDBA769D6C}" dt="2025-10-17T22:19:05.904" v="828" actId="6549"/>
        <pc:sldMkLst>
          <pc:docMk/>
          <pc:sldMk cId="535973061" sldId="319"/>
        </pc:sldMkLst>
        <pc:spChg chg="mod">
          <ac:chgData name="Hamdy Bakry" userId="ee865345f39d1fa7" providerId="LiveId" clId="{7CC7D27F-A0AC-4233-A74F-D8FDBA769D6C}" dt="2025-10-17T19:15:56.292" v="13" actId="6549"/>
          <ac:spMkLst>
            <pc:docMk/>
            <pc:sldMk cId="535973061" sldId="319"/>
            <ac:spMk id="8" creationId="{BA70B0BD-05E6-4E4A-9D18-CDD768D3E4FA}"/>
          </ac:spMkLst>
        </pc:spChg>
        <pc:graphicFrameChg chg="modGraphic">
          <ac:chgData name="Hamdy Bakry" userId="ee865345f39d1fa7" providerId="LiveId" clId="{7CC7D27F-A0AC-4233-A74F-D8FDBA769D6C}" dt="2025-10-17T22:19:05.904" v="828" actId="6549"/>
          <ac:graphicFrameMkLst>
            <pc:docMk/>
            <pc:sldMk cId="535973061" sldId="319"/>
            <ac:graphicFrameMk id="2" creationId="{AE984C70-70F0-45E0-BD5D-3D807DDF23E5}"/>
          </ac:graphicFrameMkLst>
        </pc:graphicFrameChg>
      </pc:sldChg>
      <pc:sldChg chg="addSp modSp mod">
        <pc:chgData name="Hamdy Bakry" userId="ee865345f39d1fa7" providerId="LiveId" clId="{7CC7D27F-A0AC-4233-A74F-D8FDBA769D6C}" dt="2025-10-17T20:26:17.629" v="699" actId="21"/>
        <pc:sldMkLst>
          <pc:docMk/>
          <pc:sldMk cId="3923293878" sldId="325"/>
        </pc:sldMkLst>
        <pc:spChg chg="mod">
          <ac:chgData name="Hamdy Bakry" userId="ee865345f39d1fa7" providerId="LiveId" clId="{7CC7D27F-A0AC-4233-A74F-D8FDBA769D6C}" dt="2025-10-17T20:26:17.629" v="699" actId="21"/>
          <ac:spMkLst>
            <pc:docMk/>
            <pc:sldMk cId="3923293878" sldId="325"/>
            <ac:spMk id="3" creationId="{38E833A8-B658-014E-812B-93529878332E}"/>
          </ac:spMkLst>
        </pc:spChg>
        <pc:spChg chg="mod">
          <ac:chgData name="Hamdy Bakry" userId="ee865345f39d1fa7" providerId="LiveId" clId="{7CC7D27F-A0AC-4233-A74F-D8FDBA769D6C}" dt="2025-10-17T19:45:36.665" v="509" actId="1076"/>
          <ac:spMkLst>
            <pc:docMk/>
            <pc:sldMk cId="3923293878" sldId="325"/>
            <ac:spMk id="13" creationId="{3253B2F5-3930-3F4E-110D-D2029B9DCE8F}"/>
          </ac:spMkLst>
        </pc:spChg>
        <pc:grpChg chg="mod ord">
          <ac:chgData name="Hamdy Bakry" userId="ee865345f39d1fa7" providerId="LiveId" clId="{7CC7D27F-A0AC-4233-A74F-D8FDBA769D6C}" dt="2025-10-17T20:16:20.401" v="641" actId="553"/>
          <ac:grpSpMkLst>
            <pc:docMk/>
            <pc:sldMk cId="3923293878" sldId="325"/>
            <ac:grpSpMk id="8" creationId="{8B712425-0FA5-A064-9331-0CC9736DA8EB}"/>
          </ac:grpSpMkLst>
        </pc:grpChg>
        <pc:grpChg chg="mod">
          <ac:chgData name="Hamdy Bakry" userId="ee865345f39d1fa7" providerId="LiveId" clId="{7CC7D27F-A0AC-4233-A74F-D8FDBA769D6C}" dt="2025-10-17T20:16:35.399" v="690" actId="1035"/>
          <ac:grpSpMkLst>
            <pc:docMk/>
            <pc:sldMk cId="3923293878" sldId="325"/>
            <ac:grpSpMk id="11" creationId="{F93FCA97-D277-AEC0-C0EE-0951791899DB}"/>
          </ac:grpSpMkLst>
        </pc:grpChg>
        <pc:picChg chg="add mod">
          <ac:chgData name="Hamdy Bakry" userId="ee865345f39d1fa7" providerId="LiveId" clId="{7CC7D27F-A0AC-4233-A74F-D8FDBA769D6C}" dt="2025-10-17T20:16:44.925" v="691" actId="14100"/>
          <ac:picMkLst>
            <pc:docMk/>
            <pc:sldMk cId="3923293878" sldId="325"/>
            <ac:picMk id="4" creationId="{BDFD68BB-B25A-C253-922D-94307AF6490D}"/>
          </ac:picMkLst>
        </pc:picChg>
        <pc:picChg chg="mod">
          <ac:chgData name="Hamdy Bakry" userId="ee865345f39d1fa7" providerId="LiveId" clId="{7CC7D27F-A0AC-4233-A74F-D8FDBA769D6C}" dt="2025-10-17T20:15:22.826" v="595" actId="1076"/>
          <ac:picMkLst>
            <pc:docMk/>
            <pc:sldMk cId="3923293878" sldId="325"/>
            <ac:picMk id="12" creationId="{4CA210B9-6382-8954-4F56-FD5E5C08E6F5}"/>
          </ac:picMkLst>
        </pc:picChg>
      </pc:sldChg>
      <pc:sldChg chg="modSp mod">
        <pc:chgData name="Hamdy Bakry" userId="ee865345f39d1fa7" providerId="LiveId" clId="{7CC7D27F-A0AC-4233-A74F-D8FDBA769D6C}" dt="2025-10-17T20:26:58.704" v="743" actId="1036"/>
        <pc:sldMkLst>
          <pc:docMk/>
          <pc:sldMk cId="3461671776" sldId="371"/>
        </pc:sldMkLst>
        <pc:inkChg chg="mod">
          <ac:chgData name="Hamdy Bakry" userId="ee865345f39d1fa7" providerId="LiveId" clId="{7CC7D27F-A0AC-4233-A74F-D8FDBA769D6C}" dt="2025-10-17T20:26:58.704" v="743" actId="1036"/>
          <ac:inkMkLst>
            <pc:docMk/>
            <pc:sldMk cId="3461671776" sldId="371"/>
            <ac:inkMk id="16" creationId="{D333B3F9-9158-2022-1B2C-E8A85DB03DB4}"/>
          </ac:inkMkLst>
        </pc:inkChg>
      </pc:sldChg>
      <pc:sldChg chg="modSp mod">
        <pc:chgData name="Hamdy Bakry" userId="ee865345f39d1fa7" providerId="LiveId" clId="{7CC7D27F-A0AC-4233-A74F-D8FDBA769D6C}" dt="2025-10-17T20:37:40.212" v="778" actId="166"/>
        <pc:sldMkLst>
          <pc:docMk/>
          <pc:sldMk cId="591529379" sldId="407"/>
        </pc:sldMkLst>
        <pc:spChg chg="mod ord">
          <ac:chgData name="Hamdy Bakry" userId="ee865345f39d1fa7" providerId="LiveId" clId="{7CC7D27F-A0AC-4233-A74F-D8FDBA769D6C}" dt="2025-10-17T20:37:40.212" v="778" actId="166"/>
          <ac:spMkLst>
            <pc:docMk/>
            <pc:sldMk cId="591529379" sldId="407"/>
            <ac:spMk id="3" creationId="{A78F569D-2809-AF31-CE08-27F9E2334041}"/>
          </ac:spMkLst>
        </pc:spChg>
        <pc:picChg chg="mod">
          <ac:chgData name="Hamdy Bakry" userId="ee865345f39d1fa7" providerId="LiveId" clId="{7CC7D27F-A0AC-4233-A74F-D8FDBA769D6C}" dt="2025-10-17T20:37:32.772" v="777" actId="1038"/>
          <ac:picMkLst>
            <pc:docMk/>
            <pc:sldMk cId="591529379" sldId="407"/>
            <ac:picMk id="7" creationId="{B2D0FEF3-ABC1-FF1A-1506-9C518A5E8732}"/>
          </ac:picMkLst>
        </pc:picChg>
      </pc:sldChg>
      <pc:sldChg chg="delSp modSp mod modClrScheme chgLayout">
        <pc:chgData name="Hamdy Bakry" userId="ee865345f39d1fa7" providerId="LiveId" clId="{7CC7D27F-A0AC-4233-A74F-D8FDBA769D6C}" dt="2025-10-17T19:32:04.167" v="284" actId="20577"/>
        <pc:sldMkLst>
          <pc:docMk/>
          <pc:sldMk cId="763144873" sldId="409"/>
        </pc:sldMkLst>
        <pc:spChg chg="mod ord">
          <ac:chgData name="Hamdy Bakry" userId="ee865345f39d1fa7" providerId="LiveId" clId="{7CC7D27F-A0AC-4233-A74F-D8FDBA769D6C}" dt="2025-10-17T19:24:33.984" v="47" actId="700"/>
          <ac:spMkLst>
            <pc:docMk/>
            <pc:sldMk cId="763144873" sldId="409"/>
            <ac:spMk id="2" creationId="{17B93C5C-AFD4-86CE-AB8C-C95830152879}"/>
          </ac:spMkLst>
        </pc:spChg>
        <pc:spChg chg="mod ord">
          <ac:chgData name="Hamdy Bakry" userId="ee865345f39d1fa7" providerId="LiveId" clId="{7CC7D27F-A0AC-4233-A74F-D8FDBA769D6C}" dt="2025-10-17T19:32:04.167" v="284" actId="20577"/>
          <ac:spMkLst>
            <pc:docMk/>
            <pc:sldMk cId="763144873" sldId="409"/>
            <ac:spMk id="3" creationId="{BB4F813D-6C5F-4C8F-BE8E-1EC7A12EF2F8}"/>
          </ac:spMkLst>
        </pc:spChg>
        <pc:spChg chg="del">
          <ac:chgData name="Hamdy Bakry" userId="ee865345f39d1fa7" providerId="LiveId" clId="{7CC7D27F-A0AC-4233-A74F-D8FDBA769D6C}" dt="2025-10-17T19:24:33.984" v="47" actId="700"/>
          <ac:spMkLst>
            <pc:docMk/>
            <pc:sldMk cId="763144873" sldId="409"/>
            <ac:spMk id="4" creationId="{E47E1D12-4679-F856-C56E-5BE2D7EC8D60}"/>
          </ac:spMkLst>
        </pc:spChg>
      </pc:sldChg>
      <pc:sldChg chg="modSp mod">
        <pc:chgData name="Hamdy Bakry" userId="ee865345f39d1fa7" providerId="LiveId" clId="{7CC7D27F-A0AC-4233-A74F-D8FDBA769D6C}" dt="2025-10-17T19:23:30.955" v="36" actId="6549"/>
        <pc:sldMkLst>
          <pc:docMk/>
          <pc:sldMk cId="4015587582" sldId="410"/>
        </pc:sldMkLst>
        <pc:spChg chg="mod">
          <ac:chgData name="Hamdy Bakry" userId="ee865345f39d1fa7" providerId="LiveId" clId="{7CC7D27F-A0AC-4233-A74F-D8FDBA769D6C}" dt="2025-10-17T19:23:30.955" v="36" actId="6549"/>
          <ac:spMkLst>
            <pc:docMk/>
            <pc:sldMk cId="4015587582" sldId="410"/>
            <ac:spMk id="2" creationId="{EEE51559-930F-01A1-EF81-6E3944F33D6D}"/>
          </ac:spMkLst>
        </pc:spChg>
      </pc:sldChg>
      <pc:sldChg chg="modSp mod">
        <pc:chgData name="Hamdy Bakry" userId="ee865345f39d1fa7" providerId="LiveId" clId="{7CC7D27F-A0AC-4233-A74F-D8FDBA769D6C}" dt="2025-10-17T19:18:22.581" v="15" actId="14734"/>
        <pc:sldMkLst>
          <pc:docMk/>
          <pc:sldMk cId="4244919861" sldId="413"/>
        </pc:sldMkLst>
        <pc:graphicFrameChg chg="modGraphic">
          <ac:chgData name="Hamdy Bakry" userId="ee865345f39d1fa7" providerId="LiveId" clId="{7CC7D27F-A0AC-4233-A74F-D8FDBA769D6C}" dt="2025-10-17T19:18:22.581" v="15" actId="14734"/>
          <ac:graphicFrameMkLst>
            <pc:docMk/>
            <pc:sldMk cId="4244919861" sldId="413"/>
            <ac:graphicFrameMk id="3" creationId="{73CC3BDF-B633-848E-F4F3-30C1AE7952CC}"/>
          </ac:graphicFrameMkLst>
        </pc:graphicFrameChg>
      </pc:sldChg>
      <pc:sldChg chg="addSp delSp modSp add del mod modClrScheme chgLayout">
        <pc:chgData name="Hamdy Bakry" userId="ee865345f39d1fa7" providerId="LiveId" clId="{7CC7D27F-A0AC-4233-A74F-D8FDBA769D6C}" dt="2025-10-17T20:17:25.749" v="696" actId="47"/>
        <pc:sldMkLst>
          <pc:docMk/>
          <pc:sldMk cId="2814654611" sldId="416"/>
        </pc:sldMkLst>
        <pc:spChg chg="mod ord">
          <ac:chgData name="Hamdy Bakry" userId="ee865345f39d1fa7" providerId="LiveId" clId="{7CC7D27F-A0AC-4233-A74F-D8FDBA769D6C}" dt="2025-10-17T19:44:04.402" v="457" actId="700"/>
          <ac:spMkLst>
            <pc:docMk/>
            <pc:sldMk cId="2814654611" sldId="416"/>
            <ac:spMk id="2" creationId="{51689DC2-2E33-CB37-92E5-EA3CB6BF8216}"/>
          </ac:spMkLst>
        </pc:spChg>
        <pc:spChg chg="mod ord">
          <ac:chgData name="Hamdy Bakry" userId="ee865345f39d1fa7" providerId="LiveId" clId="{7CC7D27F-A0AC-4233-A74F-D8FDBA769D6C}" dt="2025-10-17T20:12:46.888" v="570" actId="20577"/>
          <ac:spMkLst>
            <pc:docMk/>
            <pc:sldMk cId="2814654611" sldId="416"/>
            <ac:spMk id="3" creationId="{A818C4AE-60AC-F2C6-3D3E-A6E347D82F2B}"/>
          </ac:spMkLst>
        </pc:spChg>
        <pc:grpChg chg="del">
          <ac:chgData name="Hamdy Bakry" userId="ee865345f39d1fa7" providerId="LiveId" clId="{7CC7D27F-A0AC-4233-A74F-D8FDBA769D6C}" dt="2025-10-17T19:43:57.612" v="456" actId="478"/>
          <ac:grpSpMkLst>
            <pc:docMk/>
            <pc:sldMk cId="2814654611" sldId="416"/>
            <ac:grpSpMk id="8" creationId="{E993A81B-C3FA-B1C7-2314-3BE9CC7539FE}"/>
          </ac:grpSpMkLst>
        </pc:grpChg>
        <pc:grpChg chg="del">
          <ac:chgData name="Hamdy Bakry" userId="ee865345f39d1fa7" providerId="LiveId" clId="{7CC7D27F-A0AC-4233-A74F-D8FDBA769D6C}" dt="2025-10-17T19:43:57.612" v="456" actId="478"/>
          <ac:grpSpMkLst>
            <pc:docMk/>
            <pc:sldMk cId="2814654611" sldId="416"/>
            <ac:grpSpMk id="11" creationId="{FEE2F272-F9C8-CB58-32FA-B145BC56E2AE}"/>
          </ac:grpSpMkLst>
        </pc:grpChg>
        <pc:picChg chg="add mod">
          <ac:chgData name="Hamdy Bakry" userId="ee865345f39d1fa7" providerId="LiveId" clId="{7CC7D27F-A0AC-4233-A74F-D8FDBA769D6C}" dt="2025-10-17T20:12:50.073" v="571" actId="1076"/>
          <ac:picMkLst>
            <pc:docMk/>
            <pc:sldMk cId="2814654611" sldId="416"/>
            <ac:picMk id="5" creationId="{CBF5C8D0-9205-EC2B-0561-44D8C137D8A4}"/>
          </ac:picMkLst>
        </pc:picChg>
      </pc:sldChg>
      <pc:sldChg chg="modSp add del mod modClrScheme chgLayout">
        <pc:chgData name="Hamdy Bakry" userId="ee865345f39d1fa7" providerId="LiveId" clId="{7CC7D27F-A0AC-4233-A74F-D8FDBA769D6C}" dt="2025-10-17T20:17:25.749" v="696" actId="47"/>
        <pc:sldMkLst>
          <pc:docMk/>
          <pc:sldMk cId="2124606033" sldId="417"/>
        </pc:sldMkLst>
        <pc:spChg chg="mod ord">
          <ac:chgData name="Hamdy Bakry" userId="ee865345f39d1fa7" providerId="LiveId" clId="{7CC7D27F-A0AC-4233-A74F-D8FDBA769D6C}" dt="2025-10-17T19:45:53.013" v="511" actId="700"/>
          <ac:spMkLst>
            <pc:docMk/>
            <pc:sldMk cId="2124606033" sldId="417"/>
            <ac:spMk id="2" creationId="{AF1DF204-0AA4-0585-6D4B-926FEABB76A3}"/>
          </ac:spMkLst>
        </pc:spChg>
        <pc:spChg chg="mod ord">
          <ac:chgData name="Hamdy Bakry" userId="ee865345f39d1fa7" providerId="LiveId" clId="{7CC7D27F-A0AC-4233-A74F-D8FDBA769D6C}" dt="2025-10-17T20:14:25.019" v="578" actId="20577"/>
          <ac:spMkLst>
            <pc:docMk/>
            <pc:sldMk cId="2124606033" sldId="417"/>
            <ac:spMk id="3" creationId="{8B74A310-6A92-9683-0CE6-EA48299338B0}"/>
          </ac:spMkLst>
        </pc:spChg>
        <pc:spChg chg="mod">
          <ac:chgData name="Hamdy Bakry" userId="ee865345f39d1fa7" providerId="LiveId" clId="{7CC7D27F-A0AC-4233-A74F-D8FDBA769D6C}" dt="2025-10-17T19:47:26.653" v="525" actId="14100"/>
          <ac:spMkLst>
            <pc:docMk/>
            <pc:sldMk cId="2124606033" sldId="417"/>
            <ac:spMk id="13" creationId="{438FCBC3-543A-ADD9-1306-F3C02FE031B0}"/>
          </ac:spMkLst>
        </pc:spChg>
        <pc:grpChg chg="mod ord">
          <ac:chgData name="Hamdy Bakry" userId="ee865345f39d1fa7" providerId="LiveId" clId="{7CC7D27F-A0AC-4233-A74F-D8FDBA769D6C}" dt="2025-10-17T19:46:27.195" v="517" actId="1076"/>
          <ac:grpSpMkLst>
            <pc:docMk/>
            <pc:sldMk cId="2124606033" sldId="417"/>
            <ac:grpSpMk id="8" creationId="{6F9D0A4B-BD78-AE59-17B5-A8CB2359D0AE}"/>
          </ac:grpSpMkLst>
        </pc:grpChg>
        <pc:grpChg chg="mod">
          <ac:chgData name="Hamdy Bakry" userId="ee865345f39d1fa7" providerId="LiveId" clId="{7CC7D27F-A0AC-4233-A74F-D8FDBA769D6C}" dt="2025-10-17T19:47:37.464" v="526" actId="1076"/>
          <ac:grpSpMkLst>
            <pc:docMk/>
            <pc:sldMk cId="2124606033" sldId="417"/>
            <ac:grpSpMk id="11" creationId="{BACF8CD4-CA55-D2EC-AD99-17FF66BC1BF2}"/>
          </ac:grpSpMkLst>
        </pc:grpChg>
        <pc:picChg chg="mod modCrop">
          <ac:chgData name="Hamdy Bakry" userId="ee865345f39d1fa7" providerId="LiveId" clId="{7CC7D27F-A0AC-4233-A74F-D8FDBA769D6C}" dt="2025-10-17T19:47:19.346" v="524" actId="732"/>
          <ac:picMkLst>
            <pc:docMk/>
            <pc:sldMk cId="2124606033" sldId="417"/>
            <ac:picMk id="12" creationId="{6D458E1C-B25A-DB4B-8B0F-8B5D529D064B}"/>
          </ac:picMkLst>
        </pc:picChg>
      </pc:sldChg>
    </pc:docChg>
  </pc:docChgLst>
  <pc:docChgLst>
    <pc:chgData name="Hamdy Bakry" userId="ee865345f39d1fa7" providerId="LiveId" clId="{6BA750CB-38CE-4B3D-B9D1-643F0885C674}"/>
    <pc:docChg chg="undo redo custSel addSld delSld modSld sldOrd modMainMaster">
      <pc:chgData name="Hamdy Bakry" userId="ee865345f39d1fa7" providerId="LiveId" clId="{6BA750CB-38CE-4B3D-B9D1-643F0885C674}" dt="2025-05-09T17:55:08.998" v="2755" actId="20577"/>
      <pc:docMkLst>
        <pc:docMk/>
      </pc:docMkLst>
      <pc:sldChg chg="modSp mod">
        <pc:chgData name="Hamdy Bakry" userId="ee865345f39d1fa7" providerId="LiveId" clId="{6BA750CB-38CE-4B3D-B9D1-643F0885C674}" dt="2025-04-26T22:08:40.754" v="2604" actId="20577"/>
        <pc:sldMkLst>
          <pc:docMk/>
          <pc:sldMk cId="3545925990" sldId="256"/>
        </pc:sldMkLst>
      </pc:sldChg>
      <pc:sldChg chg="del">
        <pc:chgData name="Hamdy Bakry" userId="ee865345f39d1fa7" providerId="LiveId" clId="{6BA750CB-38CE-4B3D-B9D1-643F0885C674}" dt="2025-04-20T09:42:39.234" v="247" actId="47"/>
        <pc:sldMkLst>
          <pc:docMk/>
          <pc:sldMk cId="1970231875" sldId="257"/>
        </pc:sldMkLst>
      </pc:sldChg>
      <pc:sldChg chg="modSp new mod">
        <pc:chgData name="Hamdy Bakry" userId="ee865345f39d1fa7" providerId="LiveId" clId="{6BA750CB-38CE-4B3D-B9D1-643F0885C674}" dt="2025-04-20T09:49:54.566" v="537"/>
        <pc:sldMkLst>
          <pc:docMk/>
          <pc:sldMk cId="3800895294" sldId="258"/>
        </pc:sldMkLst>
      </pc:sldChg>
      <pc:sldChg chg="add del">
        <pc:chgData name="Hamdy Bakry" userId="ee865345f39d1fa7" providerId="LiveId" clId="{6BA750CB-38CE-4B3D-B9D1-643F0885C674}" dt="2025-04-20T15:16:03.701" v="2479" actId="47"/>
        <pc:sldMkLst>
          <pc:docMk/>
          <pc:sldMk cId="1436979857" sldId="290"/>
        </pc:sldMkLst>
      </pc:sldChg>
      <pc:sldChg chg="addSp delSp modSp add del mod ord chgLayout">
        <pc:chgData name="Hamdy Bakry" userId="ee865345f39d1fa7" providerId="LiveId" clId="{6BA750CB-38CE-4B3D-B9D1-643F0885C674}" dt="2025-04-20T15:12:56.417" v="2463" actId="47"/>
        <pc:sldMkLst>
          <pc:docMk/>
          <pc:sldMk cId="2902985361" sldId="293"/>
        </pc:sldMkLst>
      </pc:sldChg>
      <pc:sldChg chg="addSp delSp modSp add mod chgLayout">
        <pc:chgData name="Hamdy Bakry" userId="ee865345f39d1fa7" providerId="LiveId" clId="{6BA750CB-38CE-4B3D-B9D1-643F0885C674}" dt="2025-04-20T15:17:17.257" v="2484" actId="6549"/>
        <pc:sldMkLst>
          <pc:docMk/>
          <pc:sldMk cId="1370584881" sldId="299"/>
        </pc:sldMkLst>
      </pc:sldChg>
      <pc:sldChg chg="addSp delSp modSp add mod chgLayout">
        <pc:chgData name="Hamdy Bakry" userId="ee865345f39d1fa7" providerId="LiveId" clId="{6BA750CB-38CE-4B3D-B9D1-643F0885C674}" dt="2025-04-20T12:51:18.917" v="2007"/>
        <pc:sldMkLst>
          <pc:docMk/>
          <pc:sldMk cId="550141365" sldId="304"/>
        </pc:sldMkLst>
      </pc:sldChg>
      <pc:sldChg chg="addSp delSp modSp add mod">
        <pc:chgData name="Hamdy Bakry" userId="ee865345f39d1fa7" providerId="LiveId" clId="{6BA750CB-38CE-4B3D-B9D1-643F0885C674}" dt="2025-04-20T13:02:24.087" v="2172" actId="20577"/>
        <pc:sldMkLst>
          <pc:docMk/>
          <pc:sldMk cId="3833543388" sldId="312"/>
        </pc:sldMkLst>
      </pc:sldChg>
      <pc:sldChg chg="addSp delSp modSp add mod chgLayout">
        <pc:chgData name="Hamdy Bakry" userId="ee865345f39d1fa7" providerId="LiveId" clId="{6BA750CB-38CE-4B3D-B9D1-643F0885C674}" dt="2025-04-20T13:01:33.104" v="2155" actId="1036"/>
        <pc:sldMkLst>
          <pc:docMk/>
          <pc:sldMk cId="1004906033" sldId="314"/>
        </pc:sldMkLst>
      </pc:sldChg>
      <pc:sldChg chg="addSp delSp modSp add mod setBg modClrScheme chgLayout">
        <pc:chgData name="Hamdy Bakry" userId="ee865345f39d1fa7" providerId="LiveId" clId="{6BA750CB-38CE-4B3D-B9D1-643F0885C674}" dt="2025-04-30T02:18:59.365" v="2684" actId="6549"/>
        <pc:sldMkLst>
          <pc:docMk/>
          <pc:sldMk cId="535973061" sldId="319"/>
        </pc:sldMkLst>
      </pc:sldChg>
      <pc:sldChg chg="addSp delSp modSp new mod modClrScheme chgLayout">
        <pc:chgData name="Hamdy Bakry" userId="ee865345f39d1fa7" providerId="LiveId" clId="{6BA750CB-38CE-4B3D-B9D1-643F0885C674}" dt="2025-04-20T12:02:43.410" v="1842" actId="6549"/>
        <pc:sldMkLst>
          <pc:docMk/>
          <pc:sldMk cId="1574378926" sldId="320"/>
        </pc:sldMkLst>
      </pc:sldChg>
      <pc:sldChg chg="addSp delSp modSp new mod setBg modClrScheme chgLayout">
        <pc:chgData name="Hamdy Bakry" userId="ee865345f39d1fa7" providerId="LiveId" clId="{6BA750CB-38CE-4B3D-B9D1-643F0885C674}" dt="2025-04-20T15:01:08.569" v="2355" actId="1076"/>
        <pc:sldMkLst>
          <pc:docMk/>
          <pc:sldMk cId="2430271110" sldId="321"/>
        </pc:sldMkLst>
      </pc:sldChg>
      <pc:sldChg chg="addSp delSp modSp new mod chgLayout">
        <pc:chgData name="Hamdy Bakry" userId="ee865345f39d1fa7" providerId="LiveId" clId="{6BA750CB-38CE-4B3D-B9D1-643F0885C674}" dt="2025-04-20T11:53:22.380" v="1591" actId="12"/>
        <pc:sldMkLst>
          <pc:docMk/>
          <pc:sldMk cId="1575176791" sldId="322"/>
        </pc:sldMkLst>
      </pc:sldChg>
      <pc:sldChg chg="addSp delSp modSp new mod modClrScheme chgLayout">
        <pc:chgData name="Hamdy Bakry" userId="ee865345f39d1fa7" providerId="LiveId" clId="{6BA750CB-38CE-4B3D-B9D1-643F0885C674}" dt="2025-04-20T13:41:47.951" v="2267" actId="113"/>
        <pc:sldMkLst>
          <pc:docMk/>
          <pc:sldMk cId="2112978897" sldId="323"/>
        </pc:sldMkLst>
      </pc:sldChg>
      <pc:sldChg chg="addSp delSp modSp new mod">
        <pc:chgData name="Hamdy Bakry" userId="ee865345f39d1fa7" providerId="LiveId" clId="{6BA750CB-38CE-4B3D-B9D1-643F0885C674}" dt="2025-04-20T15:01:54.999" v="2358" actId="14100"/>
        <pc:sldMkLst>
          <pc:docMk/>
          <pc:sldMk cId="1401367080" sldId="324"/>
        </pc:sldMkLst>
      </pc:sldChg>
      <pc:sldChg chg="addSp delSp modSp new mod chgLayout">
        <pc:chgData name="Hamdy Bakry" userId="ee865345f39d1fa7" providerId="LiveId" clId="{6BA750CB-38CE-4B3D-B9D1-643F0885C674}" dt="2025-04-20T15:03:16.519" v="2366" actId="688"/>
        <pc:sldMkLst>
          <pc:docMk/>
          <pc:sldMk cId="3923293878" sldId="325"/>
        </pc:sldMkLst>
      </pc:sldChg>
      <pc:sldChg chg="addSp delSp modSp add mod modClrScheme chgLayout">
        <pc:chgData name="Hamdy Bakry" userId="ee865345f39d1fa7" providerId="LiveId" clId="{6BA750CB-38CE-4B3D-B9D1-643F0885C674}" dt="2025-04-20T15:06:26.890" v="2430" actId="20577"/>
        <pc:sldMkLst>
          <pc:docMk/>
          <pc:sldMk cId="297641197" sldId="326"/>
        </pc:sldMkLst>
      </pc:sldChg>
      <pc:sldChg chg="addSp modSp add mod">
        <pc:chgData name="Hamdy Bakry" userId="ee865345f39d1fa7" providerId="LiveId" clId="{6BA750CB-38CE-4B3D-B9D1-643F0885C674}" dt="2025-04-20T12:57:44.676" v="2069" actId="1076"/>
        <pc:sldMkLst>
          <pc:docMk/>
          <pc:sldMk cId="1513603152" sldId="327"/>
        </pc:sldMkLst>
      </pc:sldChg>
      <pc:sldChg chg="addSp delSp modSp new del mod modClrScheme chgLayout">
        <pc:chgData name="Hamdy Bakry" userId="ee865345f39d1fa7" providerId="LiveId" clId="{6BA750CB-38CE-4B3D-B9D1-643F0885C674}" dt="2025-04-20T15:04:37.450" v="2387" actId="47"/>
        <pc:sldMkLst>
          <pc:docMk/>
          <pc:sldMk cId="2437360382" sldId="328"/>
        </pc:sldMkLst>
      </pc:sldChg>
      <pc:sldChg chg="addSp delSp modSp new del mod modClrScheme chgLayout">
        <pc:chgData name="Hamdy Bakry" userId="ee865345f39d1fa7" providerId="LiveId" clId="{6BA750CB-38CE-4B3D-B9D1-643F0885C674}" dt="2025-04-20T15:08:08.266" v="2442" actId="47"/>
        <pc:sldMkLst>
          <pc:docMk/>
          <pc:sldMk cId="991498429" sldId="329"/>
        </pc:sldMkLst>
      </pc:sldChg>
      <pc:sldChg chg="new del">
        <pc:chgData name="Hamdy Bakry" userId="ee865345f39d1fa7" providerId="LiveId" clId="{6BA750CB-38CE-4B3D-B9D1-643F0885C674}" dt="2025-04-20T15:08:27.553" v="2446" actId="47"/>
        <pc:sldMkLst>
          <pc:docMk/>
          <pc:sldMk cId="1033708084" sldId="330"/>
        </pc:sldMkLst>
      </pc:sldChg>
      <pc:sldChg chg="modSp new del mod">
        <pc:chgData name="Hamdy Bakry" userId="ee865345f39d1fa7" providerId="LiveId" clId="{6BA750CB-38CE-4B3D-B9D1-643F0885C674}" dt="2025-04-20T15:09:07.113" v="2449" actId="47"/>
        <pc:sldMkLst>
          <pc:docMk/>
          <pc:sldMk cId="2249814927" sldId="331"/>
        </pc:sldMkLst>
      </pc:sldChg>
      <pc:sldChg chg="addSp modSp new mod ord">
        <pc:chgData name="Hamdy Bakry" userId="ee865345f39d1fa7" providerId="LiveId" clId="{6BA750CB-38CE-4B3D-B9D1-643F0885C674}" dt="2025-04-30T02:23:10.413" v="2713" actId="255"/>
        <pc:sldMkLst>
          <pc:docMk/>
          <pc:sldMk cId="1636464186" sldId="332"/>
        </pc:sldMkLst>
      </pc:sldChg>
      <pc:sldChg chg="addSp delSp modSp new mod chgLayout">
        <pc:chgData name="Hamdy Bakry" userId="ee865345f39d1fa7" providerId="LiveId" clId="{6BA750CB-38CE-4B3D-B9D1-643F0885C674}" dt="2025-04-20T12:03:38.346" v="1881" actId="20577"/>
        <pc:sldMkLst>
          <pc:docMk/>
          <pc:sldMk cId="3715041730" sldId="333"/>
        </pc:sldMkLst>
      </pc:sldChg>
      <pc:sldChg chg="addSp delSp modSp new del mod chgLayout">
        <pc:chgData name="Hamdy Bakry" userId="ee865345f39d1fa7" providerId="LiveId" clId="{6BA750CB-38CE-4B3D-B9D1-643F0885C674}" dt="2025-04-20T13:03:19.697" v="2178" actId="47"/>
        <pc:sldMkLst>
          <pc:docMk/>
          <pc:sldMk cId="627556999" sldId="334"/>
        </pc:sldMkLst>
      </pc:sldChg>
      <pc:sldChg chg="addSp delSp modSp new del mod modClrScheme chgLayout">
        <pc:chgData name="Hamdy Bakry" userId="ee865345f39d1fa7" providerId="LiveId" clId="{6BA750CB-38CE-4B3D-B9D1-643F0885C674}" dt="2025-04-20T12:46:47.810" v="1917" actId="2696"/>
        <pc:sldMkLst>
          <pc:docMk/>
          <pc:sldMk cId="2716392952" sldId="335"/>
        </pc:sldMkLst>
      </pc:sldChg>
      <pc:sldChg chg="modSp add mod">
        <pc:chgData name="Hamdy Bakry" userId="ee865345f39d1fa7" providerId="LiveId" clId="{6BA750CB-38CE-4B3D-B9D1-643F0885C674}" dt="2025-05-09T17:55:08.998" v="2755" actId="20577"/>
        <pc:sldMkLst>
          <pc:docMk/>
          <pc:sldMk cId="889060802" sldId="354"/>
        </pc:sldMkLst>
      </pc:sldChg>
      <pc:sldChg chg="modSp add mod ord">
        <pc:chgData name="Hamdy Bakry" userId="ee865345f39d1fa7" providerId="LiveId" clId="{6BA750CB-38CE-4B3D-B9D1-643F0885C674}" dt="2025-04-26T21:56:49.389" v="2487"/>
        <pc:sldMkLst>
          <pc:docMk/>
          <pc:sldMk cId="3646869698" sldId="361"/>
        </pc:sldMkLst>
      </pc:sldChg>
      <pc:sldChg chg="modSp add mod">
        <pc:chgData name="Hamdy Bakry" userId="ee865345f39d1fa7" providerId="LiveId" clId="{6BA750CB-38CE-4B3D-B9D1-643F0885C674}" dt="2025-04-20T15:07:50.083" v="2441" actId="14100"/>
        <pc:sldMkLst>
          <pc:docMk/>
          <pc:sldMk cId="3461671776" sldId="371"/>
        </pc:sldMkLst>
      </pc:sldChg>
      <pc:sldChg chg="addSp delSp modSp add mod chgLayout">
        <pc:chgData name="Hamdy Bakry" userId="ee865345f39d1fa7" providerId="LiveId" clId="{6BA750CB-38CE-4B3D-B9D1-643F0885C674}" dt="2025-04-20T15:04:24.393" v="2385" actId="6264"/>
        <pc:sldMkLst>
          <pc:docMk/>
          <pc:sldMk cId="414724757" sldId="372"/>
        </pc:sldMkLst>
      </pc:sldChg>
      <pc:sldChg chg="modSp add mod">
        <pc:chgData name="Hamdy Bakry" userId="ee865345f39d1fa7" providerId="LiveId" clId="{6BA750CB-38CE-4B3D-B9D1-643F0885C674}" dt="2025-04-20T15:08:40.779" v="2447" actId="1076"/>
        <pc:sldMkLst>
          <pc:docMk/>
          <pc:sldMk cId="3959107216" sldId="374"/>
        </pc:sldMkLst>
      </pc:sldChg>
      <pc:sldChg chg="modSp add mod">
        <pc:chgData name="Hamdy Bakry" userId="ee865345f39d1fa7" providerId="LiveId" clId="{6BA750CB-38CE-4B3D-B9D1-643F0885C674}" dt="2025-04-20T15:13:40.375" v="2473" actId="20577"/>
        <pc:sldMkLst>
          <pc:docMk/>
          <pc:sldMk cId="4157869702" sldId="375"/>
        </pc:sldMkLst>
      </pc:sldChg>
      <pc:sldChg chg="modSp add mod">
        <pc:chgData name="Hamdy Bakry" userId="ee865345f39d1fa7" providerId="LiveId" clId="{6BA750CB-38CE-4B3D-B9D1-643F0885C674}" dt="2025-04-20T15:05:27.800" v="2406" actId="207"/>
        <pc:sldMkLst>
          <pc:docMk/>
          <pc:sldMk cId="2826758410" sldId="376"/>
        </pc:sldMkLst>
      </pc:sldChg>
      <pc:sldChg chg="addSp delSp modSp add mod">
        <pc:chgData name="Hamdy Bakry" userId="ee865345f39d1fa7" providerId="LiveId" clId="{6BA750CB-38CE-4B3D-B9D1-643F0885C674}" dt="2025-04-30T02:37:57.577" v="2724" actId="553"/>
        <pc:sldMkLst>
          <pc:docMk/>
          <pc:sldMk cId="2510432101" sldId="377"/>
        </pc:sldMkLst>
      </pc:sldChg>
      <pc:sldChg chg="modSp add mod">
        <pc:chgData name="Hamdy Bakry" userId="ee865345f39d1fa7" providerId="LiveId" clId="{6BA750CB-38CE-4B3D-B9D1-643F0885C674}" dt="2025-04-20T12:49:38.489" v="1973" actId="1076"/>
        <pc:sldMkLst>
          <pc:docMk/>
          <pc:sldMk cId="710846730" sldId="403"/>
        </pc:sldMkLst>
      </pc:sldChg>
      <pc:sldChg chg="addSp delSp modSp new mod chgLayout">
        <pc:chgData name="Hamdy Bakry" userId="ee865345f39d1fa7" providerId="LiveId" clId="{6BA750CB-38CE-4B3D-B9D1-643F0885C674}" dt="2025-04-20T12:50:59.780" v="2002" actId="20577"/>
        <pc:sldMkLst>
          <pc:docMk/>
          <pc:sldMk cId="3583147929" sldId="404"/>
        </pc:sldMkLst>
      </pc:sldChg>
      <pc:sldChg chg="modSp add mod">
        <pc:chgData name="Hamdy Bakry" userId="ee865345f39d1fa7" providerId="LiveId" clId="{6BA750CB-38CE-4B3D-B9D1-643F0885C674}" dt="2025-04-20T13:32:26.543" v="2263" actId="1076"/>
        <pc:sldMkLst>
          <pc:docMk/>
          <pc:sldMk cId="1121994866" sldId="405"/>
        </pc:sldMkLst>
      </pc:sldChg>
      <pc:sldChg chg="modSp add mod">
        <pc:chgData name="Hamdy Bakry" userId="ee865345f39d1fa7" providerId="LiveId" clId="{6BA750CB-38CE-4B3D-B9D1-643F0885C674}" dt="2025-04-20T15:14:59.275" v="2474" actId="948"/>
        <pc:sldMkLst>
          <pc:docMk/>
          <pc:sldMk cId="74393140" sldId="406"/>
        </pc:sldMkLst>
      </pc:sldChg>
      <pc:sldChg chg="add del">
        <pc:chgData name="Hamdy Bakry" userId="ee865345f39d1fa7" providerId="LiveId" clId="{6BA750CB-38CE-4B3D-B9D1-643F0885C674}" dt="2025-04-20T12:55:50.238" v="2043" actId="47"/>
        <pc:sldMkLst>
          <pc:docMk/>
          <pc:sldMk cId="471955441" sldId="407"/>
        </pc:sldMkLst>
      </pc:sldChg>
      <pc:sldChg chg="addSp delSp modSp add mod modClrScheme chgLayout">
        <pc:chgData name="Hamdy Bakry" userId="ee865345f39d1fa7" providerId="LiveId" clId="{6BA750CB-38CE-4B3D-B9D1-643F0885C674}" dt="2025-04-20T13:27:59.708" v="2208" actId="20577"/>
        <pc:sldMkLst>
          <pc:docMk/>
          <pc:sldMk cId="591529379" sldId="407"/>
        </pc:sldMkLst>
      </pc:sldChg>
      <pc:sldChg chg="modSp new mod modShow">
        <pc:chgData name="Hamdy Bakry" userId="ee865345f39d1fa7" providerId="LiveId" clId="{6BA750CB-38CE-4B3D-B9D1-643F0885C674}" dt="2025-04-25T20:45:44.996" v="2485" actId="729"/>
        <pc:sldMkLst>
          <pc:docMk/>
          <pc:sldMk cId="3868709092" sldId="408"/>
        </pc:sldMkLst>
      </pc:sldChg>
      <pc:sldChg chg="modSp new mod modShow">
        <pc:chgData name="Hamdy Bakry" userId="ee865345f39d1fa7" providerId="LiveId" clId="{6BA750CB-38CE-4B3D-B9D1-643F0885C674}" dt="2025-04-25T20:45:44.996" v="2485" actId="729"/>
        <pc:sldMkLst>
          <pc:docMk/>
          <pc:sldMk cId="763144873" sldId="409"/>
        </pc:sldMkLst>
      </pc:sldChg>
      <pc:sldChg chg="modSp new mod modShow">
        <pc:chgData name="Hamdy Bakry" userId="ee865345f39d1fa7" providerId="LiveId" clId="{6BA750CB-38CE-4B3D-B9D1-643F0885C674}" dt="2025-04-25T20:45:44.996" v="2485" actId="729"/>
        <pc:sldMkLst>
          <pc:docMk/>
          <pc:sldMk cId="4015587582" sldId="410"/>
        </pc:sldMkLst>
      </pc:sldChg>
      <pc:sldChg chg="delSp add mod">
        <pc:chgData name="Hamdy Bakry" userId="ee865345f39d1fa7" providerId="LiveId" clId="{6BA750CB-38CE-4B3D-B9D1-643F0885C674}" dt="2025-04-20T15:16:11.814" v="2481" actId="478"/>
        <pc:sldMkLst>
          <pc:docMk/>
          <pc:sldMk cId="2820757655" sldId="411"/>
        </pc:sldMkLst>
      </pc:sldChg>
      <pc:sldChg chg="add del">
        <pc:chgData name="Hamdy Bakry" userId="ee865345f39d1fa7" providerId="LiveId" clId="{6BA750CB-38CE-4B3D-B9D1-643F0885C674}" dt="2025-04-20T15:15:38.854" v="2476"/>
        <pc:sldMkLst>
          <pc:docMk/>
          <pc:sldMk cId="3406417295" sldId="411"/>
        </pc:sldMkLst>
      </pc:sldChg>
      <pc:sldChg chg="add del">
        <pc:chgData name="Hamdy Bakry" userId="ee865345f39d1fa7" providerId="LiveId" clId="{6BA750CB-38CE-4B3D-B9D1-643F0885C674}" dt="2025-04-20T15:08:19.791" v="2444"/>
        <pc:sldMkLst>
          <pc:docMk/>
          <pc:sldMk cId="3649986495" sldId="411"/>
        </pc:sldMkLst>
      </pc:sldChg>
      <pc:sldChg chg="addSp delSp modSp add mod">
        <pc:chgData name="Hamdy Bakry" userId="ee865345f39d1fa7" providerId="LiveId" clId="{6BA750CB-38CE-4B3D-B9D1-643F0885C674}" dt="2025-04-26T22:05:42.954" v="2533" actId="6549"/>
        <pc:sldMkLst>
          <pc:docMk/>
          <pc:sldMk cId="2852331568" sldId="412"/>
        </pc:sldMkLst>
      </pc:sldChg>
      <pc:sldChg chg="addSp delSp modSp new del mod modClrScheme chgLayout">
        <pc:chgData name="Hamdy Bakry" userId="ee865345f39d1fa7" providerId="LiveId" clId="{6BA750CB-38CE-4B3D-B9D1-643F0885C674}" dt="2025-04-26T22:22:14.037" v="2682" actId="47"/>
        <pc:sldMkLst>
          <pc:docMk/>
          <pc:sldMk cId="3848198255" sldId="413"/>
        </pc:sldMkLst>
      </pc:sldChg>
      <pc:sldMasterChg chg="setBg modSldLayout">
        <pc:chgData name="Hamdy Bakry" userId="ee865345f39d1fa7" providerId="LiveId" clId="{6BA750CB-38CE-4B3D-B9D1-643F0885C674}" dt="2025-04-20T09:50:27.905" v="540"/>
        <pc:sldMasterMkLst>
          <pc:docMk/>
          <pc:sldMasterMk cId="1844075282" sldId="2147483648"/>
        </pc:sldMasterMkLst>
        <pc:sldLayoutChg chg="setBg">
          <pc:chgData name="Hamdy Bakry" userId="ee865345f39d1fa7" providerId="LiveId" clId="{6BA750CB-38CE-4B3D-B9D1-643F0885C674}" dt="2025-04-20T09:50:18.865" v="539"/>
          <pc:sldLayoutMkLst>
            <pc:docMk/>
            <pc:sldMasterMk cId="1844075282" sldId="2147483648"/>
            <pc:sldLayoutMk cId="3953193808" sldId="2147483649"/>
          </pc:sldLayoutMkLst>
        </pc:sldLayoutChg>
        <pc:sldLayoutChg chg="setBg">
          <pc:chgData name="Hamdy Bakry" userId="ee865345f39d1fa7" providerId="LiveId" clId="{6BA750CB-38CE-4B3D-B9D1-643F0885C674}" dt="2025-04-20T09:50:27.905" v="540"/>
          <pc:sldLayoutMkLst>
            <pc:docMk/>
            <pc:sldMasterMk cId="1844075282" sldId="2147483648"/>
            <pc:sldLayoutMk cId="152182479" sldId="2147483651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Positions of the denominator of the presenting part in reference to the maternal pelvis </c:v>
                </c:pt>
              </c:strCache>
            </c:strRef>
          </c:tx>
          <c:spPr>
            <a:solidFill>
              <a:schemeClr val="lt1"/>
            </a:solidFill>
            <a:ln w="19050">
              <a:solidFill>
                <a:schemeClr val="accent1"/>
              </a:solidFill>
            </a:ln>
            <a:effectLst/>
          </c:spPr>
          <c:explosion val="1"/>
          <c:dPt>
            <c:idx val="0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794-4E36-9381-322661966797}"/>
              </c:ext>
            </c:extLst>
          </c:dPt>
          <c:dPt>
            <c:idx val="1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794-4E36-9381-322661966797}"/>
              </c:ext>
            </c:extLst>
          </c:dPt>
          <c:dPt>
            <c:idx val="2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794-4E36-9381-322661966797}"/>
              </c:ext>
            </c:extLst>
          </c:dPt>
          <c:dPt>
            <c:idx val="3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794-4E36-9381-322661966797}"/>
              </c:ext>
            </c:extLst>
          </c:dPt>
          <c:dPt>
            <c:idx val="4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794-4E36-9381-322661966797}"/>
              </c:ext>
            </c:extLst>
          </c:dPt>
          <c:dPt>
            <c:idx val="5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794-4E36-9381-322661966797}"/>
              </c:ext>
            </c:extLst>
          </c:dPt>
          <c:dPt>
            <c:idx val="6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794-4E36-9381-322661966797}"/>
              </c:ext>
            </c:extLst>
          </c:dPt>
          <c:dPt>
            <c:idx val="7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3794-4E36-9381-322661966797}"/>
              </c:ext>
            </c:extLst>
          </c:dPt>
          <c:dLbls>
            <c:dLbl>
              <c:idx val="3"/>
              <c:layout>
                <c:manualLayout>
                  <c:x val="0"/>
                  <c:y val="4.3779637435657617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045333487725799"/>
                      <c:h val="8.980662959301254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3794-4E36-9381-322661966797}"/>
                </c:ext>
              </c:extLst>
            </c:dLbl>
            <c:dLbl>
              <c:idx val="7"/>
              <c:layout>
                <c:manualLayout>
                  <c:x val="-4.4934121440070564E-17"/>
                  <c:y val="-4.3779637435657721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025725644588543"/>
                      <c:h val="8.980662959301254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3794-4E36-9381-3226619667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Lt …-ant.</c:v>
                </c:pt>
                <c:pt idx="1">
                  <c:v>Lt …-transv.</c:v>
                </c:pt>
                <c:pt idx="2">
                  <c:v>Lt …-post.</c:v>
                </c:pt>
                <c:pt idx="3">
                  <c:v>Direct …-post.</c:v>
                </c:pt>
                <c:pt idx="4">
                  <c:v>Rt …-post.</c:v>
                </c:pt>
                <c:pt idx="5">
                  <c:v>Rt …-transv.</c:v>
                </c:pt>
                <c:pt idx="6">
                  <c:v>Rt …-ant.</c:v>
                </c:pt>
                <c:pt idx="7">
                  <c:v>Direct …-ant.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  <c:pt idx="4">
                  <c:v>45</c:v>
                </c:pt>
                <c:pt idx="5">
                  <c:v>45</c:v>
                </c:pt>
                <c:pt idx="6">
                  <c:v>45</c:v>
                </c:pt>
                <c:pt idx="7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794-4E36-9381-3226619667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22"/>
        <c:holeSize val="4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0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064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>
      <cs:styleClr val="0"/>
    </cs:lnRef>
    <cs:fillRef idx="0"/>
    <cs:effectRef idx="0"/>
    <cs:fontRef idx="minor">
      <cs:styleClr val="0"/>
    </cs:fontRef>
    <cs:defRPr sz="1197" b="1" kern="1200"/>
  </cs:dataLabel>
  <cs:dataLabelCallout>
    <cs:lnRef idx="0">
      <cs:styleClr val="0"/>
    </cs:lnRef>
    <cs:fillRef idx="0"/>
    <cs:effectRef idx="0"/>
    <cs:fontRef idx="minor">
      <cs:styleClr val="0"/>
    </cs:fontRef>
    <cs:spPr>
      <a:solidFill>
        <a:schemeClr val="lt1"/>
      </a:solidFill>
      <a:ln>
        <a:solidFill>
          <a:schemeClr val="phClr"/>
        </a:solidFill>
      </a:ln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0"/>
    </cs:lnRef>
    <cs:fillRef idx="0"/>
    <cs:effectRef idx="0"/>
    <cs:fontRef idx="minor">
      <a:schemeClr val="dk1"/>
    </cs:fontRef>
    <cs:spPr>
      <a:solidFill>
        <a:schemeClr val="lt1"/>
      </a:solidFill>
      <a:ln w="19050"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A84202-8A2C-4341-B56E-AFDE48D72F8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0FC7C5-B137-4C1C-8867-1F38E4273AAC}">
      <dgm:prSet phldrT="[Text]" custT="1"/>
      <dgm:spPr/>
      <dgm:t>
        <a:bodyPr/>
        <a:lstStyle/>
        <a:p>
          <a:pPr algn="l"/>
          <a:r>
            <a:rPr lang="en-US" sz="2000" b="0" u="sng" dirty="0"/>
            <a:t>L</a:t>
          </a:r>
          <a:r>
            <a:rPr lang="en-US" sz="2000" dirty="0"/>
            <a:t>ie </a:t>
          </a:r>
        </a:p>
      </dgm:t>
    </dgm:pt>
    <dgm:pt modelId="{DC575F21-468C-4C2B-BD56-07D50408DA65}" type="parTrans" cxnId="{C4FA3DFE-C370-49F4-94DE-E527A718B88D}">
      <dgm:prSet/>
      <dgm:spPr/>
      <dgm:t>
        <a:bodyPr/>
        <a:lstStyle/>
        <a:p>
          <a:endParaRPr lang="en-US"/>
        </a:p>
      </dgm:t>
    </dgm:pt>
    <dgm:pt modelId="{F5630679-376A-4E57-8D30-9DF38CC06ECD}" type="sibTrans" cxnId="{C4FA3DFE-C370-49F4-94DE-E527A718B88D}">
      <dgm:prSet/>
      <dgm:spPr/>
      <dgm:t>
        <a:bodyPr/>
        <a:lstStyle/>
        <a:p>
          <a:endParaRPr lang="en-US"/>
        </a:p>
      </dgm:t>
    </dgm:pt>
    <dgm:pt modelId="{B175D4A1-9018-451E-ABDF-A3F5802F121B}">
      <dgm:prSet phldrT="[Text]" custT="1"/>
      <dgm:spPr/>
      <dgm:t>
        <a:bodyPr/>
        <a:lstStyle/>
        <a:p>
          <a:pPr algn="l"/>
          <a:r>
            <a:rPr lang="en-US" sz="2000" dirty="0"/>
            <a:t>Attitude </a:t>
          </a:r>
        </a:p>
      </dgm:t>
    </dgm:pt>
    <dgm:pt modelId="{66173231-62CE-4A38-A4A8-FCB6B3F67E95}" type="parTrans" cxnId="{0FA5ACD3-89EC-4D08-8D19-5B1695035FF7}">
      <dgm:prSet/>
      <dgm:spPr/>
      <dgm:t>
        <a:bodyPr/>
        <a:lstStyle/>
        <a:p>
          <a:endParaRPr lang="en-US"/>
        </a:p>
      </dgm:t>
    </dgm:pt>
    <dgm:pt modelId="{FF151343-4A23-48B3-AF34-0BBEFB8CC570}" type="sibTrans" cxnId="{0FA5ACD3-89EC-4D08-8D19-5B1695035FF7}">
      <dgm:prSet/>
      <dgm:spPr/>
      <dgm:t>
        <a:bodyPr/>
        <a:lstStyle/>
        <a:p>
          <a:endParaRPr lang="en-US"/>
        </a:p>
      </dgm:t>
    </dgm:pt>
    <dgm:pt modelId="{010C8843-A0F4-4010-A98A-528880BB7274}">
      <dgm:prSet phldrT="[Text]" custT="1"/>
      <dgm:spPr/>
      <dgm:t>
        <a:bodyPr/>
        <a:lstStyle/>
        <a:p>
          <a:pPr algn="l"/>
          <a:r>
            <a:rPr lang="en-US" sz="2000" dirty="0"/>
            <a:t>P</a:t>
          </a:r>
          <a:r>
            <a:rPr lang="en-US" sz="2000" u="sng" dirty="0"/>
            <a:t>o</a:t>
          </a:r>
          <a:r>
            <a:rPr lang="en-US" sz="2000" dirty="0"/>
            <a:t>sition </a:t>
          </a:r>
        </a:p>
      </dgm:t>
    </dgm:pt>
    <dgm:pt modelId="{BE16E4CF-3FD7-4B31-8A89-3256C7FAB5EC}" type="parTrans" cxnId="{161C726D-4C13-455C-BDEA-908C238DF5A0}">
      <dgm:prSet/>
      <dgm:spPr/>
      <dgm:t>
        <a:bodyPr/>
        <a:lstStyle/>
        <a:p>
          <a:endParaRPr lang="en-US"/>
        </a:p>
      </dgm:t>
    </dgm:pt>
    <dgm:pt modelId="{FA2A9C67-1671-45BE-85E4-378EA94F77D3}" type="sibTrans" cxnId="{161C726D-4C13-455C-BDEA-908C238DF5A0}">
      <dgm:prSet/>
      <dgm:spPr/>
      <dgm:t>
        <a:bodyPr/>
        <a:lstStyle/>
        <a:p>
          <a:endParaRPr lang="en-US"/>
        </a:p>
      </dgm:t>
    </dgm:pt>
    <dgm:pt modelId="{436CFC40-5DD8-4C8C-AFA9-76A9A9A5FE2C}">
      <dgm:prSet phldrT="[Text]"/>
      <dgm:spPr/>
      <dgm:t>
        <a:bodyPr/>
        <a:lstStyle/>
        <a:p>
          <a:r>
            <a:rPr lang="en-US" b="0" u="sng" dirty="0"/>
            <a:t>L</a:t>
          </a:r>
          <a:r>
            <a:rPr lang="en-US" dirty="0"/>
            <a:t>ongitudinal axis of the fetus &amp;</a:t>
          </a:r>
          <a:br>
            <a:rPr lang="en-US" dirty="0"/>
          </a:br>
          <a:r>
            <a:rPr lang="en-US" b="0" u="sng" dirty="0"/>
            <a:t>L</a:t>
          </a:r>
          <a:r>
            <a:rPr lang="en-US" dirty="0"/>
            <a:t>ongitudinal axis of the mother.</a:t>
          </a:r>
        </a:p>
      </dgm:t>
    </dgm:pt>
    <dgm:pt modelId="{3F156DA1-8649-41F3-85C3-86215278CE61}" type="parTrans" cxnId="{6D8ADD9C-8761-4911-8B61-915B314AF6F2}">
      <dgm:prSet/>
      <dgm:spPr/>
      <dgm:t>
        <a:bodyPr/>
        <a:lstStyle/>
        <a:p>
          <a:endParaRPr lang="en-US"/>
        </a:p>
      </dgm:t>
    </dgm:pt>
    <dgm:pt modelId="{DB0A9F91-2E7D-442D-9E37-7500C16200DF}" type="sibTrans" cxnId="{6D8ADD9C-8761-4911-8B61-915B314AF6F2}">
      <dgm:prSet/>
      <dgm:spPr/>
      <dgm:t>
        <a:bodyPr/>
        <a:lstStyle/>
        <a:p>
          <a:endParaRPr lang="en-US"/>
        </a:p>
      </dgm:t>
    </dgm:pt>
    <dgm:pt modelId="{4F9D452E-A964-4824-B2FD-6AD5009BEDDC}">
      <dgm:prSet phldrT="[Text]"/>
      <dgm:spPr/>
      <dgm:t>
        <a:bodyPr/>
        <a:lstStyle/>
        <a:p>
          <a:r>
            <a:rPr lang="en-US" dirty="0"/>
            <a:t>The lowermost part of the fetus, </a:t>
          </a:r>
          <a:br>
            <a:rPr lang="en-US" dirty="0"/>
          </a:br>
          <a:r>
            <a:rPr lang="en-US" dirty="0"/>
            <a:t>first entering the maternal pelvis. </a:t>
          </a:r>
        </a:p>
      </dgm:t>
    </dgm:pt>
    <dgm:pt modelId="{DF85A249-9C15-49E8-B541-012C5BE182EC}" type="parTrans" cxnId="{51611CE1-0466-406E-BD73-AED39A067B98}">
      <dgm:prSet/>
      <dgm:spPr/>
      <dgm:t>
        <a:bodyPr/>
        <a:lstStyle/>
        <a:p>
          <a:endParaRPr lang="en-US"/>
        </a:p>
      </dgm:t>
    </dgm:pt>
    <dgm:pt modelId="{9B2A078F-1354-46DE-AFD8-6AEC3DDB5A22}" type="sibTrans" cxnId="{51611CE1-0466-406E-BD73-AED39A067B98}">
      <dgm:prSet/>
      <dgm:spPr/>
      <dgm:t>
        <a:bodyPr/>
        <a:lstStyle/>
        <a:p>
          <a:endParaRPr lang="en-US"/>
        </a:p>
      </dgm:t>
    </dgm:pt>
    <dgm:pt modelId="{B4E0E96D-8A8C-4704-8AC0-D08CA1EE2873}">
      <dgm:prSet phldrT="[Text]"/>
      <dgm:spPr/>
      <dgm:t>
        <a:bodyPr/>
        <a:lstStyle/>
        <a:p>
          <a:r>
            <a:rPr lang="en-US" dirty="0"/>
            <a:t>The den</a:t>
          </a:r>
          <a:r>
            <a:rPr lang="en-US" u="sng" dirty="0"/>
            <a:t>o</a:t>
          </a:r>
          <a:r>
            <a:rPr lang="en-US" dirty="0"/>
            <a:t>minator (of the presenting part) to the maternal pelvis. </a:t>
          </a:r>
        </a:p>
      </dgm:t>
    </dgm:pt>
    <dgm:pt modelId="{8517A2C4-E94A-4C10-933B-25F33B564F31}" type="parTrans" cxnId="{67E4C365-3238-44DF-B369-A2EBC397456D}">
      <dgm:prSet/>
      <dgm:spPr/>
      <dgm:t>
        <a:bodyPr/>
        <a:lstStyle/>
        <a:p>
          <a:endParaRPr lang="en-US"/>
        </a:p>
      </dgm:t>
    </dgm:pt>
    <dgm:pt modelId="{C9FE8387-C3AC-4D6F-9A48-8423F89B31C0}" type="sibTrans" cxnId="{67E4C365-3238-44DF-B369-A2EBC397456D}">
      <dgm:prSet/>
      <dgm:spPr/>
      <dgm:t>
        <a:bodyPr/>
        <a:lstStyle/>
        <a:p>
          <a:endParaRPr lang="en-US"/>
        </a:p>
      </dgm:t>
    </dgm:pt>
    <dgm:pt modelId="{087F7357-45B1-4ADC-B808-A8A1EDDD2EE1}">
      <dgm:prSet phldrT="[Text]"/>
      <dgm:spPr/>
      <dgm:t>
        <a:bodyPr/>
        <a:lstStyle/>
        <a:p>
          <a:r>
            <a:rPr lang="en-US" dirty="0"/>
            <a:t>Relation between the fetal parts to each other (head &amp; spine).</a:t>
          </a:r>
        </a:p>
      </dgm:t>
    </dgm:pt>
    <dgm:pt modelId="{78AA4D87-32FE-4A6F-80F9-2D32EDB32DB9}" type="parTrans" cxnId="{4DD2998B-75DD-48FE-8C43-841702C96062}">
      <dgm:prSet/>
      <dgm:spPr/>
      <dgm:t>
        <a:bodyPr/>
        <a:lstStyle/>
        <a:p>
          <a:endParaRPr lang="en-US"/>
        </a:p>
      </dgm:t>
    </dgm:pt>
    <dgm:pt modelId="{8F3575B9-89BF-4AC9-A723-5A17A90D93CD}" type="sibTrans" cxnId="{4DD2998B-75DD-48FE-8C43-841702C96062}">
      <dgm:prSet/>
      <dgm:spPr/>
      <dgm:t>
        <a:bodyPr/>
        <a:lstStyle/>
        <a:p>
          <a:endParaRPr lang="en-US"/>
        </a:p>
      </dgm:t>
    </dgm:pt>
    <dgm:pt modelId="{C56DEC70-00C9-42AC-A9F3-0117C0A08C90}">
      <dgm:prSet phldrT="[Text]" custT="1"/>
      <dgm:spPr/>
      <dgm:t>
        <a:bodyPr/>
        <a:lstStyle/>
        <a:p>
          <a:pPr algn="l"/>
          <a:r>
            <a:rPr lang="en-US" sz="2000"/>
            <a:t>Presentation </a:t>
          </a:r>
          <a:endParaRPr lang="en-US" sz="2000" dirty="0"/>
        </a:p>
      </dgm:t>
    </dgm:pt>
    <dgm:pt modelId="{F2FB7706-1217-48EB-8437-328CCA06F621}" type="parTrans" cxnId="{653A8BE3-6D20-4F5E-BB76-00A5D249045A}">
      <dgm:prSet/>
      <dgm:spPr/>
      <dgm:t>
        <a:bodyPr/>
        <a:lstStyle/>
        <a:p>
          <a:endParaRPr lang="en-US"/>
        </a:p>
      </dgm:t>
    </dgm:pt>
    <dgm:pt modelId="{E42E62F1-69AC-4781-AD73-1858DC4E961A}" type="sibTrans" cxnId="{653A8BE3-6D20-4F5E-BB76-00A5D249045A}">
      <dgm:prSet/>
      <dgm:spPr/>
      <dgm:t>
        <a:bodyPr/>
        <a:lstStyle/>
        <a:p>
          <a:endParaRPr lang="en-US"/>
        </a:p>
      </dgm:t>
    </dgm:pt>
    <dgm:pt modelId="{14DBE987-8067-4C61-82C4-C935D7359E8A}" type="pres">
      <dgm:prSet presAssocID="{1CA84202-8A2C-4341-B56E-AFDE48D72F80}" presName="Name0" presStyleCnt="0">
        <dgm:presLayoutVars>
          <dgm:dir/>
          <dgm:animLvl val="lvl"/>
          <dgm:resizeHandles val="exact"/>
        </dgm:presLayoutVars>
      </dgm:prSet>
      <dgm:spPr/>
    </dgm:pt>
    <dgm:pt modelId="{A9DA4D4F-577D-4A1E-A114-5324F182E9F7}" type="pres">
      <dgm:prSet presAssocID="{580FC7C5-B137-4C1C-8867-1F38E4273AAC}" presName="linNode" presStyleCnt="0"/>
      <dgm:spPr/>
    </dgm:pt>
    <dgm:pt modelId="{DD3FFC0A-6AB7-4B60-B5AD-FB191D6842C0}" type="pres">
      <dgm:prSet presAssocID="{580FC7C5-B137-4C1C-8867-1F38E4273AAC}" presName="parentText" presStyleLbl="node1" presStyleIdx="0" presStyleCnt="4" custScaleX="89186">
        <dgm:presLayoutVars>
          <dgm:chMax val="1"/>
          <dgm:bulletEnabled val="1"/>
        </dgm:presLayoutVars>
      </dgm:prSet>
      <dgm:spPr/>
    </dgm:pt>
    <dgm:pt modelId="{BB43EBCA-AE19-425F-B360-EEEA7E965A40}" type="pres">
      <dgm:prSet presAssocID="{580FC7C5-B137-4C1C-8867-1F38E4273AAC}" presName="descendantText" presStyleLbl="alignAccFollowNode1" presStyleIdx="0" presStyleCnt="4" custScaleX="106009">
        <dgm:presLayoutVars>
          <dgm:bulletEnabled val="1"/>
        </dgm:presLayoutVars>
      </dgm:prSet>
      <dgm:spPr/>
    </dgm:pt>
    <dgm:pt modelId="{71165C73-31F2-43E9-9B2A-D4CF3721B505}" type="pres">
      <dgm:prSet presAssocID="{F5630679-376A-4E57-8D30-9DF38CC06ECD}" presName="sp" presStyleCnt="0"/>
      <dgm:spPr/>
    </dgm:pt>
    <dgm:pt modelId="{CCEB49A8-2168-481A-9A7D-B90CE10FAE60}" type="pres">
      <dgm:prSet presAssocID="{B175D4A1-9018-451E-ABDF-A3F5802F121B}" presName="linNode" presStyleCnt="0"/>
      <dgm:spPr/>
    </dgm:pt>
    <dgm:pt modelId="{D44FBE08-E605-4DDF-B53A-BDE2C2B2A358}" type="pres">
      <dgm:prSet presAssocID="{B175D4A1-9018-451E-ABDF-A3F5802F121B}" presName="parentText" presStyleLbl="node1" presStyleIdx="1" presStyleCnt="4" custScaleX="89186">
        <dgm:presLayoutVars>
          <dgm:chMax val="1"/>
          <dgm:bulletEnabled val="1"/>
        </dgm:presLayoutVars>
      </dgm:prSet>
      <dgm:spPr/>
    </dgm:pt>
    <dgm:pt modelId="{46430DFA-EE20-4D84-8D59-6454996A2456}" type="pres">
      <dgm:prSet presAssocID="{B175D4A1-9018-451E-ABDF-A3F5802F121B}" presName="descendantText" presStyleLbl="alignAccFollowNode1" presStyleIdx="1" presStyleCnt="4" custScaleX="106009">
        <dgm:presLayoutVars>
          <dgm:bulletEnabled val="1"/>
        </dgm:presLayoutVars>
      </dgm:prSet>
      <dgm:spPr/>
    </dgm:pt>
    <dgm:pt modelId="{A9CDBD5C-9DD7-41A4-90CE-28193361A86E}" type="pres">
      <dgm:prSet presAssocID="{FF151343-4A23-48B3-AF34-0BBEFB8CC570}" presName="sp" presStyleCnt="0"/>
      <dgm:spPr/>
    </dgm:pt>
    <dgm:pt modelId="{4E203B45-A5C7-4963-92A9-3ADA071A611D}" type="pres">
      <dgm:prSet presAssocID="{C56DEC70-00C9-42AC-A9F3-0117C0A08C90}" presName="linNode" presStyleCnt="0"/>
      <dgm:spPr/>
    </dgm:pt>
    <dgm:pt modelId="{30CDA589-2381-4830-A7E0-89E057BCE29E}" type="pres">
      <dgm:prSet presAssocID="{C56DEC70-00C9-42AC-A9F3-0117C0A08C90}" presName="parentText" presStyleLbl="node1" presStyleIdx="2" presStyleCnt="4" custScaleX="89186">
        <dgm:presLayoutVars>
          <dgm:chMax val="1"/>
          <dgm:bulletEnabled val="1"/>
        </dgm:presLayoutVars>
      </dgm:prSet>
      <dgm:spPr/>
    </dgm:pt>
    <dgm:pt modelId="{F053DAC1-691F-494D-9B92-E45BB26400FC}" type="pres">
      <dgm:prSet presAssocID="{C56DEC70-00C9-42AC-A9F3-0117C0A08C90}" presName="descendantText" presStyleLbl="alignAccFollowNode1" presStyleIdx="2" presStyleCnt="4" custScaleX="106009">
        <dgm:presLayoutVars>
          <dgm:bulletEnabled val="1"/>
        </dgm:presLayoutVars>
      </dgm:prSet>
      <dgm:spPr/>
    </dgm:pt>
    <dgm:pt modelId="{93E2F977-4BE9-474F-8B2D-2AB55EDEACC0}" type="pres">
      <dgm:prSet presAssocID="{E42E62F1-69AC-4781-AD73-1858DC4E961A}" presName="sp" presStyleCnt="0"/>
      <dgm:spPr/>
    </dgm:pt>
    <dgm:pt modelId="{0501C9E3-50FF-48F9-BF4C-6CE7D7585CA3}" type="pres">
      <dgm:prSet presAssocID="{010C8843-A0F4-4010-A98A-528880BB7274}" presName="linNode" presStyleCnt="0"/>
      <dgm:spPr/>
    </dgm:pt>
    <dgm:pt modelId="{EFF03894-EFD2-4816-9A2D-5CBDB05C3B69}" type="pres">
      <dgm:prSet presAssocID="{010C8843-A0F4-4010-A98A-528880BB7274}" presName="parentText" presStyleLbl="node1" presStyleIdx="3" presStyleCnt="4" custScaleX="89186">
        <dgm:presLayoutVars>
          <dgm:chMax val="1"/>
          <dgm:bulletEnabled val="1"/>
        </dgm:presLayoutVars>
      </dgm:prSet>
      <dgm:spPr/>
    </dgm:pt>
    <dgm:pt modelId="{89A89D06-D961-4B19-9275-C1F290CC9DB9}" type="pres">
      <dgm:prSet presAssocID="{010C8843-A0F4-4010-A98A-528880BB7274}" presName="descendantText" presStyleLbl="alignAccFollowNode1" presStyleIdx="3" presStyleCnt="4" custScaleX="106009">
        <dgm:presLayoutVars>
          <dgm:bulletEnabled val="1"/>
        </dgm:presLayoutVars>
      </dgm:prSet>
      <dgm:spPr/>
    </dgm:pt>
  </dgm:ptLst>
  <dgm:cxnLst>
    <dgm:cxn modelId="{14D88B04-B003-450B-967D-E8C11D89631D}" type="presOf" srcId="{436CFC40-5DD8-4C8C-AFA9-76A9A9A5FE2C}" destId="{BB43EBCA-AE19-425F-B360-EEEA7E965A40}" srcOrd="0" destOrd="0" presId="urn:microsoft.com/office/officeart/2005/8/layout/vList5"/>
    <dgm:cxn modelId="{A79BAE11-AED1-48B1-998C-5C7710B65E6A}" type="presOf" srcId="{B4E0E96D-8A8C-4704-8AC0-D08CA1EE2873}" destId="{89A89D06-D961-4B19-9275-C1F290CC9DB9}" srcOrd="0" destOrd="0" presId="urn:microsoft.com/office/officeart/2005/8/layout/vList5"/>
    <dgm:cxn modelId="{4D04A21F-A64A-470F-9754-E1953D5BCF22}" type="presOf" srcId="{087F7357-45B1-4ADC-B808-A8A1EDDD2EE1}" destId="{46430DFA-EE20-4D84-8D59-6454996A2456}" srcOrd="0" destOrd="0" presId="urn:microsoft.com/office/officeart/2005/8/layout/vList5"/>
    <dgm:cxn modelId="{76AA6F33-AA83-4606-8D5E-CA40454EBF5E}" type="presOf" srcId="{C56DEC70-00C9-42AC-A9F3-0117C0A08C90}" destId="{30CDA589-2381-4830-A7E0-89E057BCE29E}" srcOrd="0" destOrd="0" presId="urn:microsoft.com/office/officeart/2005/8/layout/vList5"/>
    <dgm:cxn modelId="{67E4C365-3238-44DF-B369-A2EBC397456D}" srcId="{010C8843-A0F4-4010-A98A-528880BB7274}" destId="{B4E0E96D-8A8C-4704-8AC0-D08CA1EE2873}" srcOrd="0" destOrd="0" parTransId="{8517A2C4-E94A-4C10-933B-25F33B564F31}" sibTransId="{C9FE8387-C3AC-4D6F-9A48-8423F89B31C0}"/>
    <dgm:cxn modelId="{2ADF1E6D-56D1-43F6-B05B-BE41717160D6}" type="presOf" srcId="{580FC7C5-B137-4C1C-8867-1F38E4273AAC}" destId="{DD3FFC0A-6AB7-4B60-B5AD-FB191D6842C0}" srcOrd="0" destOrd="0" presId="urn:microsoft.com/office/officeart/2005/8/layout/vList5"/>
    <dgm:cxn modelId="{161C726D-4C13-455C-BDEA-908C238DF5A0}" srcId="{1CA84202-8A2C-4341-B56E-AFDE48D72F80}" destId="{010C8843-A0F4-4010-A98A-528880BB7274}" srcOrd="3" destOrd="0" parTransId="{BE16E4CF-3FD7-4B31-8A89-3256C7FAB5EC}" sibTransId="{FA2A9C67-1671-45BE-85E4-378EA94F77D3}"/>
    <dgm:cxn modelId="{9FBA3452-6D22-46A0-8C6C-7EC5DC145337}" type="presOf" srcId="{1CA84202-8A2C-4341-B56E-AFDE48D72F80}" destId="{14DBE987-8067-4C61-82C4-C935D7359E8A}" srcOrd="0" destOrd="0" presId="urn:microsoft.com/office/officeart/2005/8/layout/vList5"/>
    <dgm:cxn modelId="{4DD2998B-75DD-48FE-8C43-841702C96062}" srcId="{B175D4A1-9018-451E-ABDF-A3F5802F121B}" destId="{087F7357-45B1-4ADC-B808-A8A1EDDD2EE1}" srcOrd="0" destOrd="0" parTransId="{78AA4D87-32FE-4A6F-80F9-2D32EDB32DB9}" sibTransId="{8F3575B9-89BF-4AC9-A723-5A17A90D93CD}"/>
    <dgm:cxn modelId="{6D8ADD9C-8761-4911-8B61-915B314AF6F2}" srcId="{580FC7C5-B137-4C1C-8867-1F38E4273AAC}" destId="{436CFC40-5DD8-4C8C-AFA9-76A9A9A5FE2C}" srcOrd="0" destOrd="0" parTransId="{3F156DA1-8649-41F3-85C3-86215278CE61}" sibTransId="{DB0A9F91-2E7D-442D-9E37-7500C16200DF}"/>
    <dgm:cxn modelId="{45694BAF-2FB2-42C2-82CB-0A5824840799}" type="presOf" srcId="{010C8843-A0F4-4010-A98A-528880BB7274}" destId="{EFF03894-EFD2-4816-9A2D-5CBDB05C3B69}" srcOrd="0" destOrd="0" presId="urn:microsoft.com/office/officeart/2005/8/layout/vList5"/>
    <dgm:cxn modelId="{91FC6CD2-32C8-4514-83E7-8EE9A72025F0}" type="presOf" srcId="{4F9D452E-A964-4824-B2FD-6AD5009BEDDC}" destId="{F053DAC1-691F-494D-9B92-E45BB26400FC}" srcOrd="0" destOrd="0" presId="urn:microsoft.com/office/officeart/2005/8/layout/vList5"/>
    <dgm:cxn modelId="{0FA5ACD3-89EC-4D08-8D19-5B1695035FF7}" srcId="{1CA84202-8A2C-4341-B56E-AFDE48D72F80}" destId="{B175D4A1-9018-451E-ABDF-A3F5802F121B}" srcOrd="1" destOrd="0" parTransId="{66173231-62CE-4A38-A4A8-FCB6B3F67E95}" sibTransId="{FF151343-4A23-48B3-AF34-0BBEFB8CC570}"/>
    <dgm:cxn modelId="{D28E69E0-A2C9-406C-9301-6F3BE04E1273}" type="presOf" srcId="{B175D4A1-9018-451E-ABDF-A3F5802F121B}" destId="{D44FBE08-E605-4DDF-B53A-BDE2C2B2A358}" srcOrd="0" destOrd="0" presId="urn:microsoft.com/office/officeart/2005/8/layout/vList5"/>
    <dgm:cxn modelId="{51611CE1-0466-406E-BD73-AED39A067B98}" srcId="{C56DEC70-00C9-42AC-A9F3-0117C0A08C90}" destId="{4F9D452E-A964-4824-B2FD-6AD5009BEDDC}" srcOrd="0" destOrd="0" parTransId="{DF85A249-9C15-49E8-B541-012C5BE182EC}" sibTransId="{9B2A078F-1354-46DE-AFD8-6AEC3DDB5A22}"/>
    <dgm:cxn modelId="{653A8BE3-6D20-4F5E-BB76-00A5D249045A}" srcId="{1CA84202-8A2C-4341-B56E-AFDE48D72F80}" destId="{C56DEC70-00C9-42AC-A9F3-0117C0A08C90}" srcOrd="2" destOrd="0" parTransId="{F2FB7706-1217-48EB-8437-328CCA06F621}" sibTransId="{E42E62F1-69AC-4781-AD73-1858DC4E961A}"/>
    <dgm:cxn modelId="{C4FA3DFE-C370-49F4-94DE-E527A718B88D}" srcId="{1CA84202-8A2C-4341-B56E-AFDE48D72F80}" destId="{580FC7C5-B137-4C1C-8867-1F38E4273AAC}" srcOrd="0" destOrd="0" parTransId="{DC575F21-468C-4C2B-BD56-07D50408DA65}" sibTransId="{F5630679-376A-4E57-8D30-9DF38CC06ECD}"/>
    <dgm:cxn modelId="{5BB7B442-75D5-4C7D-B59F-B0B8B39B525C}" type="presParOf" srcId="{14DBE987-8067-4C61-82C4-C935D7359E8A}" destId="{A9DA4D4F-577D-4A1E-A114-5324F182E9F7}" srcOrd="0" destOrd="0" presId="urn:microsoft.com/office/officeart/2005/8/layout/vList5"/>
    <dgm:cxn modelId="{27CF9A35-0BA4-4079-844E-5470536FEFFD}" type="presParOf" srcId="{A9DA4D4F-577D-4A1E-A114-5324F182E9F7}" destId="{DD3FFC0A-6AB7-4B60-B5AD-FB191D6842C0}" srcOrd="0" destOrd="0" presId="urn:microsoft.com/office/officeart/2005/8/layout/vList5"/>
    <dgm:cxn modelId="{1308B529-85BE-40C9-A34C-F0529B746F2A}" type="presParOf" srcId="{A9DA4D4F-577D-4A1E-A114-5324F182E9F7}" destId="{BB43EBCA-AE19-425F-B360-EEEA7E965A40}" srcOrd="1" destOrd="0" presId="urn:microsoft.com/office/officeart/2005/8/layout/vList5"/>
    <dgm:cxn modelId="{42392AEB-C6A1-443D-86DA-6634EAE2DFAB}" type="presParOf" srcId="{14DBE987-8067-4C61-82C4-C935D7359E8A}" destId="{71165C73-31F2-43E9-9B2A-D4CF3721B505}" srcOrd="1" destOrd="0" presId="urn:microsoft.com/office/officeart/2005/8/layout/vList5"/>
    <dgm:cxn modelId="{B36F98F0-CF32-4DB6-B093-1FC148C1A728}" type="presParOf" srcId="{14DBE987-8067-4C61-82C4-C935D7359E8A}" destId="{CCEB49A8-2168-481A-9A7D-B90CE10FAE60}" srcOrd="2" destOrd="0" presId="urn:microsoft.com/office/officeart/2005/8/layout/vList5"/>
    <dgm:cxn modelId="{EFE90961-5097-48E0-B305-8979B5FF8E9E}" type="presParOf" srcId="{CCEB49A8-2168-481A-9A7D-B90CE10FAE60}" destId="{D44FBE08-E605-4DDF-B53A-BDE2C2B2A358}" srcOrd="0" destOrd="0" presId="urn:microsoft.com/office/officeart/2005/8/layout/vList5"/>
    <dgm:cxn modelId="{8656128B-FBAA-40B3-A497-86563779C80C}" type="presParOf" srcId="{CCEB49A8-2168-481A-9A7D-B90CE10FAE60}" destId="{46430DFA-EE20-4D84-8D59-6454996A2456}" srcOrd="1" destOrd="0" presId="urn:microsoft.com/office/officeart/2005/8/layout/vList5"/>
    <dgm:cxn modelId="{515B2323-8FA1-48A1-9E1C-DCFF12978876}" type="presParOf" srcId="{14DBE987-8067-4C61-82C4-C935D7359E8A}" destId="{A9CDBD5C-9DD7-41A4-90CE-28193361A86E}" srcOrd="3" destOrd="0" presId="urn:microsoft.com/office/officeart/2005/8/layout/vList5"/>
    <dgm:cxn modelId="{AF68C6B9-189E-46F1-BF5B-EFB69E28E763}" type="presParOf" srcId="{14DBE987-8067-4C61-82C4-C935D7359E8A}" destId="{4E203B45-A5C7-4963-92A9-3ADA071A611D}" srcOrd="4" destOrd="0" presId="urn:microsoft.com/office/officeart/2005/8/layout/vList5"/>
    <dgm:cxn modelId="{64061D6F-416F-4616-9C42-0603889AA89E}" type="presParOf" srcId="{4E203B45-A5C7-4963-92A9-3ADA071A611D}" destId="{30CDA589-2381-4830-A7E0-89E057BCE29E}" srcOrd="0" destOrd="0" presId="urn:microsoft.com/office/officeart/2005/8/layout/vList5"/>
    <dgm:cxn modelId="{4FC5EB20-F6FB-456C-B5DF-1040EC49AEF8}" type="presParOf" srcId="{4E203B45-A5C7-4963-92A9-3ADA071A611D}" destId="{F053DAC1-691F-494D-9B92-E45BB26400FC}" srcOrd="1" destOrd="0" presId="urn:microsoft.com/office/officeart/2005/8/layout/vList5"/>
    <dgm:cxn modelId="{58750CEB-8CCE-4F1B-87E6-D0BCA371F8A0}" type="presParOf" srcId="{14DBE987-8067-4C61-82C4-C935D7359E8A}" destId="{93E2F977-4BE9-474F-8B2D-2AB55EDEACC0}" srcOrd="5" destOrd="0" presId="urn:microsoft.com/office/officeart/2005/8/layout/vList5"/>
    <dgm:cxn modelId="{3EDF6D49-C1AC-421A-92E1-6AFA17A7F19E}" type="presParOf" srcId="{14DBE987-8067-4C61-82C4-C935D7359E8A}" destId="{0501C9E3-50FF-48F9-BF4C-6CE7D7585CA3}" srcOrd="6" destOrd="0" presId="urn:microsoft.com/office/officeart/2005/8/layout/vList5"/>
    <dgm:cxn modelId="{2327822E-C8F8-417A-B765-3389691D5987}" type="presParOf" srcId="{0501C9E3-50FF-48F9-BF4C-6CE7D7585CA3}" destId="{EFF03894-EFD2-4816-9A2D-5CBDB05C3B69}" srcOrd="0" destOrd="0" presId="urn:microsoft.com/office/officeart/2005/8/layout/vList5"/>
    <dgm:cxn modelId="{6AA76B70-8FA4-4532-8F16-7B2FE5FD293B}" type="presParOf" srcId="{0501C9E3-50FF-48F9-BF4C-6CE7D7585CA3}" destId="{89A89D06-D961-4B19-9275-C1F290CC9DB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A84202-8A2C-4341-B56E-AFDE48D72F80}" type="doc">
      <dgm:prSet loTypeId="urn:microsoft.com/office/officeart/2005/8/layout/vList5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580FC7C5-B137-4C1C-8867-1F38E4273AAC}">
      <dgm:prSet phldrT="[Text]" custT="1"/>
      <dgm:spPr/>
      <dgm:t>
        <a:bodyPr/>
        <a:lstStyle/>
        <a:p>
          <a:pPr algn="l"/>
          <a:r>
            <a:rPr lang="en-US" sz="2200" dirty="0"/>
            <a:t>Longitudinal lie	</a:t>
          </a:r>
        </a:p>
      </dgm:t>
    </dgm:pt>
    <dgm:pt modelId="{DC575F21-468C-4C2B-BD56-07D50408DA65}" type="parTrans" cxnId="{C4FA3DFE-C370-49F4-94DE-E527A718B88D}">
      <dgm:prSet/>
      <dgm:spPr/>
      <dgm:t>
        <a:bodyPr/>
        <a:lstStyle/>
        <a:p>
          <a:endParaRPr lang="en-US"/>
        </a:p>
      </dgm:t>
    </dgm:pt>
    <dgm:pt modelId="{F5630679-376A-4E57-8D30-9DF38CC06ECD}" type="sibTrans" cxnId="{C4FA3DFE-C370-49F4-94DE-E527A718B88D}">
      <dgm:prSet/>
      <dgm:spPr/>
      <dgm:t>
        <a:bodyPr/>
        <a:lstStyle/>
        <a:p>
          <a:endParaRPr lang="en-US"/>
        </a:p>
      </dgm:t>
    </dgm:pt>
    <dgm:pt modelId="{B175D4A1-9018-451E-ABDF-A3F5802F121B}">
      <dgm:prSet phldrT="[Text]" custT="1"/>
      <dgm:spPr/>
      <dgm:t>
        <a:bodyPr/>
        <a:lstStyle/>
        <a:p>
          <a:pPr algn="l"/>
          <a:r>
            <a:rPr lang="en-US" sz="2200" dirty="0"/>
            <a:t>Vertex presentation</a:t>
          </a:r>
        </a:p>
      </dgm:t>
    </dgm:pt>
    <dgm:pt modelId="{66173231-62CE-4A38-A4A8-FCB6B3F67E95}" type="parTrans" cxnId="{0FA5ACD3-89EC-4D08-8D19-5B1695035FF7}">
      <dgm:prSet/>
      <dgm:spPr/>
      <dgm:t>
        <a:bodyPr/>
        <a:lstStyle/>
        <a:p>
          <a:endParaRPr lang="en-US"/>
        </a:p>
      </dgm:t>
    </dgm:pt>
    <dgm:pt modelId="{FF151343-4A23-48B3-AF34-0BBEFB8CC570}" type="sibTrans" cxnId="{0FA5ACD3-89EC-4D08-8D19-5B1695035FF7}">
      <dgm:prSet/>
      <dgm:spPr/>
      <dgm:t>
        <a:bodyPr/>
        <a:lstStyle/>
        <a:p>
          <a:endParaRPr lang="en-US"/>
        </a:p>
      </dgm:t>
    </dgm:pt>
    <dgm:pt modelId="{010C8843-A0F4-4010-A98A-528880BB7274}">
      <dgm:prSet phldrT="[Text]" custT="1"/>
      <dgm:spPr/>
      <dgm:t>
        <a:bodyPr/>
        <a:lstStyle/>
        <a:p>
          <a:pPr algn="l"/>
          <a:r>
            <a:rPr lang="en-US" sz="2200" dirty="0" err="1"/>
            <a:t>Occipito</a:t>
          </a:r>
          <a:r>
            <a:rPr lang="en-US" sz="2200" dirty="0"/>
            <a:t>-anterior position</a:t>
          </a:r>
        </a:p>
      </dgm:t>
    </dgm:pt>
    <dgm:pt modelId="{BE16E4CF-3FD7-4B31-8A89-3256C7FAB5EC}" type="parTrans" cxnId="{161C726D-4C13-455C-BDEA-908C238DF5A0}">
      <dgm:prSet/>
      <dgm:spPr/>
      <dgm:t>
        <a:bodyPr/>
        <a:lstStyle/>
        <a:p>
          <a:endParaRPr lang="en-US"/>
        </a:p>
      </dgm:t>
    </dgm:pt>
    <dgm:pt modelId="{FA2A9C67-1671-45BE-85E4-378EA94F77D3}" type="sibTrans" cxnId="{161C726D-4C13-455C-BDEA-908C238DF5A0}">
      <dgm:prSet/>
      <dgm:spPr/>
      <dgm:t>
        <a:bodyPr/>
        <a:lstStyle/>
        <a:p>
          <a:endParaRPr lang="en-US"/>
        </a:p>
      </dgm:t>
    </dgm:pt>
    <dgm:pt modelId="{DDFB3119-ADF7-4D6D-A6CC-8A14BF6467BA}">
      <dgm:prSet phldrT="[Text]" custT="1"/>
      <dgm:spPr/>
      <dgm:t>
        <a:bodyPr/>
        <a:lstStyle/>
        <a:p>
          <a:pPr algn="l"/>
          <a:r>
            <a:rPr lang="en-US" sz="2200" dirty="0"/>
            <a:t>Full flexion attitude</a:t>
          </a:r>
        </a:p>
      </dgm:t>
    </dgm:pt>
    <dgm:pt modelId="{A9844124-796F-45FF-8CF7-C53D5C95DD86}" type="sibTrans" cxnId="{E8B78DBB-49D7-4717-A7EC-8C9311574632}">
      <dgm:prSet/>
      <dgm:spPr/>
      <dgm:t>
        <a:bodyPr/>
        <a:lstStyle/>
        <a:p>
          <a:endParaRPr lang="en-US"/>
        </a:p>
      </dgm:t>
    </dgm:pt>
    <dgm:pt modelId="{242CBB2F-5AE7-4C01-9776-C4A9F4B46FFA}" type="parTrans" cxnId="{E8B78DBB-49D7-4717-A7EC-8C9311574632}">
      <dgm:prSet/>
      <dgm:spPr/>
      <dgm:t>
        <a:bodyPr/>
        <a:lstStyle/>
        <a:p>
          <a:endParaRPr lang="en-US"/>
        </a:p>
      </dgm:t>
    </dgm:pt>
    <dgm:pt modelId="{14DBE987-8067-4C61-82C4-C935D7359E8A}" type="pres">
      <dgm:prSet presAssocID="{1CA84202-8A2C-4341-B56E-AFDE48D72F80}" presName="Name0" presStyleCnt="0">
        <dgm:presLayoutVars>
          <dgm:dir/>
          <dgm:animLvl val="lvl"/>
          <dgm:resizeHandles val="exact"/>
        </dgm:presLayoutVars>
      </dgm:prSet>
      <dgm:spPr/>
    </dgm:pt>
    <dgm:pt modelId="{A9DA4D4F-577D-4A1E-A114-5324F182E9F7}" type="pres">
      <dgm:prSet presAssocID="{580FC7C5-B137-4C1C-8867-1F38E4273AAC}" presName="linNode" presStyleCnt="0"/>
      <dgm:spPr/>
    </dgm:pt>
    <dgm:pt modelId="{DD3FFC0A-6AB7-4B60-B5AD-FB191D6842C0}" type="pres">
      <dgm:prSet presAssocID="{580FC7C5-B137-4C1C-8867-1F38E4273AAC}" presName="parentText" presStyleLbl="node1" presStyleIdx="0" presStyleCnt="4" custScaleX="196790">
        <dgm:presLayoutVars>
          <dgm:chMax val="1"/>
          <dgm:bulletEnabled val="1"/>
        </dgm:presLayoutVars>
      </dgm:prSet>
      <dgm:spPr/>
    </dgm:pt>
    <dgm:pt modelId="{71165C73-31F2-43E9-9B2A-D4CF3721B505}" type="pres">
      <dgm:prSet presAssocID="{F5630679-376A-4E57-8D30-9DF38CC06ECD}" presName="sp" presStyleCnt="0"/>
      <dgm:spPr/>
    </dgm:pt>
    <dgm:pt modelId="{48C9E621-E720-4F70-81E2-765220A37687}" type="pres">
      <dgm:prSet presAssocID="{DDFB3119-ADF7-4D6D-A6CC-8A14BF6467BA}" presName="linNode" presStyleCnt="0"/>
      <dgm:spPr/>
    </dgm:pt>
    <dgm:pt modelId="{9F47897F-CB94-4544-840C-19F1DADB1035}" type="pres">
      <dgm:prSet presAssocID="{DDFB3119-ADF7-4D6D-A6CC-8A14BF6467BA}" presName="parentText" presStyleLbl="node1" presStyleIdx="1" presStyleCnt="4" custScaleX="196790">
        <dgm:presLayoutVars>
          <dgm:chMax val="1"/>
          <dgm:bulletEnabled val="1"/>
        </dgm:presLayoutVars>
      </dgm:prSet>
      <dgm:spPr/>
    </dgm:pt>
    <dgm:pt modelId="{F6724F09-6CD8-49E0-9751-CBC9F2E62D6D}" type="pres">
      <dgm:prSet presAssocID="{A9844124-796F-45FF-8CF7-C53D5C95DD86}" presName="sp" presStyleCnt="0"/>
      <dgm:spPr/>
    </dgm:pt>
    <dgm:pt modelId="{CCEB49A8-2168-481A-9A7D-B90CE10FAE60}" type="pres">
      <dgm:prSet presAssocID="{B175D4A1-9018-451E-ABDF-A3F5802F121B}" presName="linNode" presStyleCnt="0"/>
      <dgm:spPr/>
    </dgm:pt>
    <dgm:pt modelId="{D44FBE08-E605-4DDF-B53A-BDE2C2B2A358}" type="pres">
      <dgm:prSet presAssocID="{B175D4A1-9018-451E-ABDF-A3F5802F121B}" presName="parentText" presStyleLbl="node1" presStyleIdx="2" presStyleCnt="4" custScaleX="196790">
        <dgm:presLayoutVars>
          <dgm:chMax val="1"/>
          <dgm:bulletEnabled val="1"/>
        </dgm:presLayoutVars>
      </dgm:prSet>
      <dgm:spPr/>
    </dgm:pt>
    <dgm:pt modelId="{A9CDBD5C-9DD7-41A4-90CE-28193361A86E}" type="pres">
      <dgm:prSet presAssocID="{FF151343-4A23-48B3-AF34-0BBEFB8CC570}" presName="sp" presStyleCnt="0"/>
      <dgm:spPr/>
    </dgm:pt>
    <dgm:pt modelId="{0501C9E3-50FF-48F9-BF4C-6CE7D7585CA3}" type="pres">
      <dgm:prSet presAssocID="{010C8843-A0F4-4010-A98A-528880BB7274}" presName="linNode" presStyleCnt="0"/>
      <dgm:spPr/>
    </dgm:pt>
    <dgm:pt modelId="{EFF03894-EFD2-4816-9A2D-5CBDB05C3B69}" type="pres">
      <dgm:prSet presAssocID="{010C8843-A0F4-4010-A98A-528880BB7274}" presName="parentText" presStyleLbl="node1" presStyleIdx="3" presStyleCnt="4" custScaleX="196790">
        <dgm:presLayoutVars>
          <dgm:chMax val="1"/>
          <dgm:bulletEnabled val="1"/>
        </dgm:presLayoutVars>
      </dgm:prSet>
      <dgm:spPr/>
    </dgm:pt>
  </dgm:ptLst>
  <dgm:cxnLst>
    <dgm:cxn modelId="{AA9DFA0F-EA36-4489-B16E-B4CC36C94F5E}" type="presOf" srcId="{B175D4A1-9018-451E-ABDF-A3F5802F121B}" destId="{D44FBE08-E605-4DDF-B53A-BDE2C2B2A358}" srcOrd="0" destOrd="0" presId="urn:microsoft.com/office/officeart/2005/8/layout/vList5"/>
    <dgm:cxn modelId="{E6C8F331-69BE-4A87-A807-5ADAD65EC558}" type="presOf" srcId="{580FC7C5-B137-4C1C-8867-1F38E4273AAC}" destId="{DD3FFC0A-6AB7-4B60-B5AD-FB191D6842C0}" srcOrd="0" destOrd="0" presId="urn:microsoft.com/office/officeart/2005/8/layout/vList5"/>
    <dgm:cxn modelId="{02349E44-1C0B-4701-93DF-95B311293264}" type="presOf" srcId="{DDFB3119-ADF7-4D6D-A6CC-8A14BF6467BA}" destId="{9F47897F-CB94-4544-840C-19F1DADB1035}" srcOrd="0" destOrd="0" presId="urn:microsoft.com/office/officeart/2005/8/layout/vList5"/>
    <dgm:cxn modelId="{161C726D-4C13-455C-BDEA-908C238DF5A0}" srcId="{1CA84202-8A2C-4341-B56E-AFDE48D72F80}" destId="{010C8843-A0F4-4010-A98A-528880BB7274}" srcOrd="3" destOrd="0" parTransId="{BE16E4CF-3FD7-4B31-8A89-3256C7FAB5EC}" sibTransId="{FA2A9C67-1671-45BE-85E4-378EA94F77D3}"/>
    <dgm:cxn modelId="{9FBA3452-6D22-46A0-8C6C-7EC5DC145337}" type="presOf" srcId="{1CA84202-8A2C-4341-B56E-AFDE48D72F80}" destId="{14DBE987-8067-4C61-82C4-C935D7359E8A}" srcOrd="0" destOrd="0" presId="urn:microsoft.com/office/officeart/2005/8/layout/vList5"/>
    <dgm:cxn modelId="{735ECC75-DFA1-47D1-A575-30D98444780F}" type="presOf" srcId="{010C8843-A0F4-4010-A98A-528880BB7274}" destId="{EFF03894-EFD2-4816-9A2D-5CBDB05C3B69}" srcOrd="0" destOrd="0" presId="urn:microsoft.com/office/officeart/2005/8/layout/vList5"/>
    <dgm:cxn modelId="{E8B78DBB-49D7-4717-A7EC-8C9311574632}" srcId="{1CA84202-8A2C-4341-B56E-AFDE48D72F80}" destId="{DDFB3119-ADF7-4D6D-A6CC-8A14BF6467BA}" srcOrd="1" destOrd="0" parTransId="{242CBB2F-5AE7-4C01-9776-C4A9F4B46FFA}" sibTransId="{A9844124-796F-45FF-8CF7-C53D5C95DD86}"/>
    <dgm:cxn modelId="{0FA5ACD3-89EC-4D08-8D19-5B1695035FF7}" srcId="{1CA84202-8A2C-4341-B56E-AFDE48D72F80}" destId="{B175D4A1-9018-451E-ABDF-A3F5802F121B}" srcOrd="2" destOrd="0" parTransId="{66173231-62CE-4A38-A4A8-FCB6B3F67E95}" sibTransId="{FF151343-4A23-48B3-AF34-0BBEFB8CC570}"/>
    <dgm:cxn modelId="{C4FA3DFE-C370-49F4-94DE-E527A718B88D}" srcId="{1CA84202-8A2C-4341-B56E-AFDE48D72F80}" destId="{580FC7C5-B137-4C1C-8867-1F38E4273AAC}" srcOrd="0" destOrd="0" parTransId="{DC575F21-468C-4C2B-BD56-07D50408DA65}" sibTransId="{F5630679-376A-4E57-8D30-9DF38CC06ECD}"/>
    <dgm:cxn modelId="{9FF32FFE-B2CD-4EC4-B53E-3BEE38C1376B}" type="presParOf" srcId="{14DBE987-8067-4C61-82C4-C935D7359E8A}" destId="{A9DA4D4F-577D-4A1E-A114-5324F182E9F7}" srcOrd="0" destOrd="0" presId="urn:microsoft.com/office/officeart/2005/8/layout/vList5"/>
    <dgm:cxn modelId="{A89A863C-A508-43EC-B3B3-D3BB00BE9588}" type="presParOf" srcId="{A9DA4D4F-577D-4A1E-A114-5324F182E9F7}" destId="{DD3FFC0A-6AB7-4B60-B5AD-FB191D6842C0}" srcOrd="0" destOrd="0" presId="urn:microsoft.com/office/officeart/2005/8/layout/vList5"/>
    <dgm:cxn modelId="{B1767393-CB57-4DED-AB22-8C6FAEF6427A}" type="presParOf" srcId="{14DBE987-8067-4C61-82C4-C935D7359E8A}" destId="{71165C73-31F2-43E9-9B2A-D4CF3721B505}" srcOrd="1" destOrd="0" presId="urn:microsoft.com/office/officeart/2005/8/layout/vList5"/>
    <dgm:cxn modelId="{308177B2-8430-4FFB-810E-D0114637CAAF}" type="presParOf" srcId="{14DBE987-8067-4C61-82C4-C935D7359E8A}" destId="{48C9E621-E720-4F70-81E2-765220A37687}" srcOrd="2" destOrd="0" presId="urn:microsoft.com/office/officeart/2005/8/layout/vList5"/>
    <dgm:cxn modelId="{7D0A1401-BD74-4E51-84DD-5EFACC72C051}" type="presParOf" srcId="{48C9E621-E720-4F70-81E2-765220A37687}" destId="{9F47897F-CB94-4544-840C-19F1DADB1035}" srcOrd="0" destOrd="0" presId="urn:microsoft.com/office/officeart/2005/8/layout/vList5"/>
    <dgm:cxn modelId="{8F9711BF-2EAF-42C6-AB49-58E937EEF8BB}" type="presParOf" srcId="{14DBE987-8067-4C61-82C4-C935D7359E8A}" destId="{F6724F09-6CD8-49E0-9751-CBC9F2E62D6D}" srcOrd="3" destOrd="0" presId="urn:microsoft.com/office/officeart/2005/8/layout/vList5"/>
    <dgm:cxn modelId="{5CED2E81-792B-469F-A528-62056B561984}" type="presParOf" srcId="{14DBE987-8067-4C61-82C4-C935D7359E8A}" destId="{CCEB49A8-2168-481A-9A7D-B90CE10FAE60}" srcOrd="4" destOrd="0" presId="urn:microsoft.com/office/officeart/2005/8/layout/vList5"/>
    <dgm:cxn modelId="{6D506E33-5C1D-43BF-BDEA-2D678807D51D}" type="presParOf" srcId="{CCEB49A8-2168-481A-9A7D-B90CE10FAE60}" destId="{D44FBE08-E605-4DDF-B53A-BDE2C2B2A358}" srcOrd="0" destOrd="0" presId="urn:microsoft.com/office/officeart/2005/8/layout/vList5"/>
    <dgm:cxn modelId="{0B875653-3DE4-49E3-A4C0-9E89D41E0F2B}" type="presParOf" srcId="{14DBE987-8067-4C61-82C4-C935D7359E8A}" destId="{A9CDBD5C-9DD7-41A4-90CE-28193361A86E}" srcOrd="5" destOrd="0" presId="urn:microsoft.com/office/officeart/2005/8/layout/vList5"/>
    <dgm:cxn modelId="{350639CC-3731-423B-A90E-549C2E72ED56}" type="presParOf" srcId="{14DBE987-8067-4C61-82C4-C935D7359E8A}" destId="{0501C9E3-50FF-48F9-BF4C-6CE7D7585CA3}" srcOrd="6" destOrd="0" presId="urn:microsoft.com/office/officeart/2005/8/layout/vList5"/>
    <dgm:cxn modelId="{B6137875-FA41-41E2-A785-61026B77EC1A}" type="presParOf" srcId="{0501C9E3-50FF-48F9-BF4C-6CE7D7585CA3}" destId="{EFF03894-EFD2-4816-9A2D-5CBDB05C3B69}" srcOrd="0" destOrd="0" presId="urn:microsoft.com/office/officeart/2005/8/layout/vList5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3EBCA-AE19-425F-B360-EEEA7E965A40}">
      <dsp:nvSpPr>
        <dsp:cNvPr id="0" name=""/>
        <dsp:cNvSpPr/>
      </dsp:nvSpPr>
      <dsp:spPr>
        <a:xfrm rot="5400000">
          <a:off x="3052112" y="-1304343"/>
          <a:ext cx="709571" cy="34993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u="sng" kern="1200" dirty="0"/>
            <a:t>L</a:t>
          </a:r>
          <a:r>
            <a:rPr lang="en-US" sz="1600" kern="1200" dirty="0"/>
            <a:t>ongitudinal axis of the fetus &amp;</a:t>
          </a:r>
          <a:br>
            <a:rPr lang="en-US" sz="1600" kern="1200" dirty="0"/>
          </a:br>
          <a:r>
            <a:rPr lang="en-US" sz="1600" b="0" u="sng" kern="1200" dirty="0"/>
            <a:t>L</a:t>
          </a:r>
          <a:r>
            <a:rPr lang="en-US" sz="1600" kern="1200" dirty="0"/>
            <a:t>ongitudinal axis of the mother.</a:t>
          </a:r>
        </a:p>
      </dsp:txBody>
      <dsp:txXfrm rot="-5400000">
        <a:off x="1657228" y="125179"/>
        <a:ext cx="3464701" cy="640295"/>
      </dsp:txXfrm>
    </dsp:sp>
    <dsp:sp modelId="{DD3FFC0A-6AB7-4B60-B5AD-FB191D6842C0}">
      <dsp:nvSpPr>
        <dsp:cNvPr id="0" name=""/>
        <dsp:cNvSpPr/>
      </dsp:nvSpPr>
      <dsp:spPr>
        <a:xfrm>
          <a:off x="1219" y="1844"/>
          <a:ext cx="1656008" cy="8869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u="sng" kern="1200" dirty="0"/>
            <a:t>L</a:t>
          </a:r>
          <a:r>
            <a:rPr lang="en-US" sz="2000" kern="1200" dirty="0"/>
            <a:t>ie </a:t>
          </a:r>
        </a:p>
      </dsp:txBody>
      <dsp:txXfrm>
        <a:off x="44517" y="45142"/>
        <a:ext cx="1569412" cy="800367"/>
      </dsp:txXfrm>
    </dsp:sp>
    <dsp:sp modelId="{46430DFA-EE20-4D84-8D59-6454996A2456}">
      <dsp:nvSpPr>
        <dsp:cNvPr id="0" name=""/>
        <dsp:cNvSpPr/>
      </dsp:nvSpPr>
      <dsp:spPr>
        <a:xfrm rot="5400000">
          <a:off x="3052112" y="-373031"/>
          <a:ext cx="709571" cy="34993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Relation between the fetal parts to each other (head &amp; spine).</a:t>
          </a:r>
        </a:p>
      </dsp:txBody>
      <dsp:txXfrm rot="-5400000">
        <a:off x="1657228" y="1056491"/>
        <a:ext cx="3464701" cy="640295"/>
      </dsp:txXfrm>
    </dsp:sp>
    <dsp:sp modelId="{D44FBE08-E605-4DDF-B53A-BDE2C2B2A358}">
      <dsp:nvSpPr>
        <dsp:cNvPr id="0" name=""/>
        <dsp:cNvSpPr/>
      </dsp:nvSpPr>
      <dsp:spPr>
        <a:xfrm>
          <a:off x="1219" y="933156"/>
          <a:ext cx="1656008" cy="8869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Attitude </a:t>
          </a:r>
        </a:p>
      </dsp:txBody>
      <dsp:txXfrm>
        <a:off x="44517" y="976454"/>
        <a:ext cx="1569412" cy="800367"/>
      </dsp:txXfrm>
    </dsp:sp>
    <dsp:sp modelId="{F053DAC1-691F-494D-9B92-E45BB26400FC}">
      <dsp:nvSpPr>
        <dsp:cNvPr id="0" name=""/>
        <dsp:cNvSpPr/>
      </dsp:nvSpPr>
      <dsp:spPr>
        <a:xfrm rot="5400000">
          <a:off x="3052112" y="558280"/>
          <a:ext cx="709571" cy="34993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The lowermost part of the fetus, </a:t>
          </a:r>
          <a:br>
            <a:rPr lang="en-US" sz="1600" kern="1200" dirty="0"/>
          </a:br>
          <a:r>
            <a:rPr lang="en-US" sz="1600" kern="1200" dirty="0"/>
            <a:t>first entering the maternal pelvis. </a:t>
          </a:r>
        </a:p>
      </dsp:txBody>
      <dsp:txXfrm rot="-5400000">
        <a:off x="1657228" y="1987802"/>
        <a:ext cx="3464701" cy="640295"/>
      </dsp:txXfrm>
    </dsp:sp>
    <dsp:sp modelId="{30CDA589-2381-4830-A7E0-89E057BCE29E}">
      <dsp:nvSpPr>
        <dsp:cNvPr id="0" name=""/>
        <dsp:cNvSpPr/>
      </dsp:nvSpPr>
      <dsp:spPr>
        <a:xfrm>
          <a:off x="1219" y="1864468"/>
          <a:ext cx="1656008" cy="8869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Presentation </a:t>
          </a:r>
          <a:endParaRPr lang="en-US" sz="2000" kern="1200" dirty="0"/>
        </a:p>
      </dsp:txBody>
      <dsp:txXfrm>
        <a:off x="44517" y="1907766"/>
        <a:ext cx="1569412" cy="800367"/>
      </dsp:txXfrm>
    </dsp:sp>
    <dsp:sp modelId="{89A89D06-D961-4B19-9275-C1F290CC9DB9}">
      <dsp:nvSpPr>
        <dsp:cNvPr id="0" name=""/>
        <dsp:cNvSpPr/>
      </dsp:nvSpPr>
      <dsp:spPr>
        <a:xfrm rot="5400000">
          <a:off x="3052112" y="1489592"/>
          <a:ext cx="709571" cy="34993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The den</a:t>
          </a:r>
          <a:r>
            <a:rPr lang="en-US" sz="1600" u="sng" kern="1200" dirty="0"/>
            <a:t>o</a:t>
          </a:r>
          <a:r>
            <a:rPr lang="en-US" sz="1600" kern="1200" dirty="0"/>
            <a:t>minator (of the presenting part) to the maternal pelvis. </a:t>
          </a:r>
        </a:p>
      </dsp:txBody>
      <dsp:txXfrm rot="-5400000">
        <a:off x="1657228" y="2919114"/>
        <a:ext cx="3464701" cy="640295"/>
      </dsp:txXfrm>
    </dsp:sp>
    <dsp:sp modelId="{EFF03894-EFD2-4816-9A2D-5CBDB05C3B69}">
      <dsp:nvSpPr>
        <dsp:cNvPr id="0" name=""/>
        <dsp:cNvSpPr/>
      </dsp:nvSpPr>
      <dsp:spPr>
        <a:xfrm>
          <a:off x="1219" y="2795780"/>
          <a:ext cx="1656008" cy="8869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</a:t>
          </a:r>
          <a:r>
            <a:rPr lang="en-US" sz="2000" u="sng" kern="1200" dirty="0"/>
            <a:t>o</a:t>
          </a:r>
          <a:r>
            <a:rPr lang="en-US" sz="2000" kern="1200" dirty="0"/>
            <a:t>sition </a:t>
          </a:r>
        </a:p>
      </dsp:txBody>
      <dsp:txXfrm>
        <a:off x="44517" y="2839078"/>
        <a:ext cx="1569412" cy="8003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FFC0A-6AB7-4B60-B5AD-FB191D6842C0}">
      <dsp:nvSpPr>
        <dsp:cNvPr id="0" name=""/>
        <dsp:cNvSpPr/>
      </dsp:nvSpPr>
      <dsp:spPr>
        <a:xfrm>
          <a:off x="755594" y="1844"/>
          <a:ext cx="3671998" cy="88696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Longitudinal lie	</a:t>
          </a:r>
        </a:p>
      </dsp:txBody>
      <dsp:txXfrm>
        <a:off x="798892" y="45142"/>
        <a:ext cx="3585402" cy="800367"/>
      </dsp:txXfrm>
    </dsp:sp>
    <dsp:sp modelId="{9F47897F-CB94-4544-840C-19F1DADB1035}">
      <dsp:nvSpPr>
        <dsp:cNvPr id="0" name=""/>
        <dsp:cNvSpPr/>
      </dsp:nvSpPr>
      <dsp:spPr>
        <a:xfrm>
          <a:off x="755594" y="933156"/>
          <a:ext cx="3671998" cy="88696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Full flexion attitude</a:t>
          </a:r>
        </a:p>
      </dsp:txBody>
      <dsp:txXfrm>
        <a:off x="798892" y="976454"/>
        <a:ext cx="3585402" cy="800367"/>
      </dsp:txXfrm>
    </dsp:sp>
    <dsp:sp modelId="{D44FBE08-E605-4DDF-B53A-BDE2C2B2A358}">
      <dsp:nvSpPr>
        <dsp:cNvPr id="0" name=""/>
        <dsp:cNvSpPr/>
      </dsp:nvSpPr>
      <dsp:spPr>
        <a:xfrm>
          <a:off x="755594" y="1864468"/>
          <a:ext cx="3671998" cy="88696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Vertex presentation</a:t>
          </a:r>
        </a:p>
      </dsp:txBody>
      <dsp:txXfrm>
        <a:off x="798892" y="1907766"/>
        <a:ext cx="3585402" cy="800367"/>
      </dsp:txXfrm>
    </dsp:sp>
    <dsp:sp modelId="{EFF03894-EFD2-4816-9A2D-5CBDB05C3B69}">
      <dsp:nvSpPr>
        <dsp:cNvPr id="0" name=""/>
        <dsp:cNvSpPr/>
      </dsp:nvSpPr>
      <dsp:spPr>
        <a:xfrm>
          <a:off x="755594" y="2795780"/>
          <a:ext cx="3671998" cy="88696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Occipito</a:t>
          </a:r>
          <a:r>
            <a:rPr lang="en-US" sz="2200" kern="1200" dirty="0"/>
            <a:t>-anterior position</a:t>
          </a:r>
        </a:p>
      </dsp:txBody>
      <dsp:txXfrm>
        <a:off x="798892" y="2839078"/>
        <a:ext cx="3585402" cy="8003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0T22:27:14.77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1,'1004'0,"-982"0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0T22:27:23.95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1,'758'0,"-737"0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0T22:27:36.32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0,'1198'0,"-1177"0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0T22:27:42.37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1,'1148'0,"-1126"0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9T18:11:55.7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33,'1536'0,"-1500"-2,65-11,-64 6,61-2,-41 8,63 1,-103 1,0 1,0 0,0 1,29 10,-41-11,-1 0,0-1,1 2,-1-1,0 0,0 1,0 0,-1 0,1 0,-1 0,6 7,3 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9T18:12:33.2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1,'1249'0,"-1046"14,-29-1,45 2,56 0,1660-16,-1891-1,59-11,-57 6,55 0,603 8,-680-1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03:01:33.566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0 140 24575,'23'0'0,"1"-1"0,-1-1 0,0-1 0,0-2 0,-1 0 0,32-11 0,-26 8 0,1 1 0,40-5 0,12-3 0,-49 10 0,60-4 0,-6 2 0,4-3 0,126 3 0,-196 6 0,0 0 0,39-10 0,-37 6 0,0 1 0,25-1 0,222 5 0,-123 1 0,-127 1 0,0 0 0,0 2 0,-1 0 0,1 1 0,-1 1 0,0 1 0,25 13 0,14 4 0,-14-8 0,-21-9 0,0 1 0,-1 1 0,0 1 0,0 1 0,19 14 0,58 43 0,-47-42 0,-40-22 0,-1 1 0,0 1 0,0 0 0,0 0 0,12 10 0,6 6 0,-20-16 0,0 1 0,0 0 0,13 15 0,-3-2 0,40 36 0,-23-24 0,-6-4 0,-7-8 0,0 1 0,28 38 0,133 229 0,-153-240 0,-21-35 0,0 0 0,-2 1 0,1 1 0,6 18 0,11 33 0,-14-39 0,13 48 0,-20-61 0,1 0 0,0 0 0,1 0 0,1-1 0,8 12 0,-6-9 0,0 0 0,10 27 0,4 13 0,-17-41 0,0-1 0,0 1 0,-1 0 0,-1 0 0,3 18 0,-4-15 36,1-1-1,0 0 1,2 0-1,0 0 1,16 31-1,7 20-1613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03:02:11.241"/>
    </inkml:context>
    <inkml:brush xml:id="br0">
      <inkml:brushProperty name="width" value="0.35" units="cm"/>
      <inkml:brushProperty name="height" value="0.35" units="cm"/>
      <inkml:brushProperty name="color" value="#C00000"/>
    </inkml:brush>
  </inkml:definitions>
  <inkml:trace contextRef="#ctx0" brushRef="#br0">2240 1 24575,'-18'0'0,"0"0"0,0 1 0,0 1 0,0 1 0,0 1 0,1 0 0,-1 1 0,-25 12 0,-19 2 0,47-14 0,-1-1 0,-20 10 0,12-2 0,-2 1 0,-52 18 0,5-5 0,45-14 0,-37 8 0,39-12 0,0 1 0,-32 16 0,35-14 0,-1-2 0,-42 13 0,37-14 0,0 1 0,-33 16 0,1 0 0,-133 65 0,74-30 0,81-41 0,21-10 0,0-1 0,-1 0 0,-28 8 0,30-11 0,1 1 0,0 1 0,0 1 0,1 0 0,-1 1 0,-22 18 0,0-2 0,31-19 0,0 0 0,0 0 0,0 0 0,-11 15 0,11-13 0,1 0 0,-2 0 0,-12 9 0,-51 49 0,40-39 0,0 1 0,-45 55 0,53-55 0,1 0 0,2 2 0,1 0 0,1 1 0,2 1 0,-15 38 0,17-26 0,9-25 0,-1-1 0,-1 0 0,-10 18 0,13-26 0,0 1 0,0 0 0,1-1 0,0 1 0,-2 18 0,-5 19 0,2-18 0,-4 46 0,-1 7 0,-15 54 0,23-104-45,1 1 0,2-1-1,2 58 1,1-44-1139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03:04:28.184"/>
    </inkml:context>
    <inkml:brush xml:id="br0">
      <inkml:brushProperty name="width" value="0.35" units="cm"/>
      <inkml:brushProperty name="height" value="0.35" units="cm"/>
      <inkml:brushProperty name="color" value="#FFC000"/>
    </inkml:brush>
  </inkml:definitions>
  <inkml:trace contextRef="#ctx0" brushRef="#br0">945 1 24575,'1'5'0,"1"0"0,-1 0 0,1 0 0,0 0 0,4 7 0,2 8 0,-1-3 0,0 0 0,2 0 0,11 17 0,-10-18 0,-1 1 0,14 34 0,-6-2 0,-8-25 0,-1 0 0,0 0 0,-2 0 0,5 48 0,-9-55 0,1-1 0,1 1 0,0 0 0,11 26 0,-9-26 0,0 0 0,-2 0 0,0 0 0,3 25 0,7 47 0,-9-62 0,4 50 0,-7-38 0,10 42 0,-6-44 0,2 55 0,-10 295 0,3-380 0,-2 0 0,1 0 0,-1 0 0,0 0 0,0 0 0,-1 0 0,0-1 0,0 1 0,-1-1 0,0 1 0,0-1 0,0 0 0,-1 0 0,0 0 0,0 0 0,-9 8 0,-10 13 0,-34 52 0,35-47 0,-28 31 0,27-35 0,1 0 0,-28 49 0,42-65 0,-2 0 0,1-1 0,-1 0 0,-19 16 0,14-13 0,-23 27 0,26-27 0,-1 0 0,-27 21 0,25-22 0,1 0 0,-18 20 0,18-18 0,-1-2 0,-1 0 0,0-1 0,0 0 0,-1-2 0,-23 12 0,10-6 0,2-1 0,-32 12 0,38-19 0,1 2 0,0 0 0,-31 21 0,-51 33 0,2-1 0,6 8 0,81-59-1365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8T03:05:50.213"/>
    </inkml:context>
    <inkml:brush xml:id="br0">
      <inkml:brushProperty name="width" value="0.35" units="cm"/>
      <inkml:brushProperty name="height" value="0.35" units="cm"/>
      <inkml:brushProperty name="color" value="#FF0000"/>
    </inkml:brush>
  </inkml:definitions>
  <inkml:trace contextRef="#ctx0" brushRef="#br0">170 1 24575,'-1'6'0,"0"0"0,0 0 0,0 0 0,-1 1 0,-3 7 0,-6 21 0,6 14 0,3 0 0,4 67 0,-3 60 0,-3-154 0,-9 36 0,5-25 0,2-12 0,-15 36 0,15-43 0,1 0 0,0 0 0,1 1 0,0-1 0,-3 28 0,7-28 0,-1 10 0,0 0 0,-2 0 0,0 0 0,-1-1 0,-2 0 0,-11 31 0,12-39 0,0 0 0,1 0 0,1 0 0,0 1 0,-1 26 0,6 82 0,0-51 0,-2-59 0,0 22 0,7 53 0,-6-78 0,2 0 0,-1 0 0,1 0 0,1 0 0,0 0 0,1-1 0,0 0 0,12 19 0,-8-15 0,-1 1 0,0 0 0,-1 0 0,-1 0 0,-1 1 0,0 0 0,0 0 0,-2 0 0,3 31 0,-2-29 0,0 0 0,1 0 0,8 18 0,-7-21 0,-1-1 0,0 1 0,-1 0 0,-1 0 0,1 17 0,-4 57 0,1 14 0,1-93 0,0-1 0,0 0 0,2 0 0,-1 0 0,1 0 0,8 15 0,6 11 0,-9-11 0,0 0 0,8 37 0,-15-50 0,0-1 0,1 0 0,0 1 0,1-1 0,0 0 0,0-1 0,1 1 0,0-1 0,1 0 0,0 0 0,0-1 0,1 1 0,0-1 0,1-1 0,0 1 0,0-2 0,0 1 0,1-1 0,0 0 0,0-1 0,11 5 0,-3-1 0,0 1 0,0 1 0,-1 0 0,-1 1 0,25 23 0,-35-30 0,1 1 0,0-1 0,1 0 0,-1-1 0,1 1 0,0-1 0,0 0 0,0-1 0,1 0 0,-1 0 0,15 3 0,10 2 0,0-1 0,0-1 0,64 2 0,-41-7 0,84-4 0,-127 1 0,-1 0 0,0-1 0,-1 0 0,1-1 0,0-1 0,-1 1 0,0-2 0,0 1 0,-1-1 0,12-9 0,38-22 0,0 15-1365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5321-A434-E1FD-8806-4D40C88C7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11C64F-737C-48BF-1A24-97922E3C5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F83B0-965E-5B25-0EAF-7D1F38583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9E8CA-1D3D-0361-2E37-9D1BBFB66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BE681-A259-67DF-585E-D05B60B4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93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237E-A038-F338-5322-8F0704531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CD755-627D-6C4E-B09A-67D216555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55104-73C4-1B5E-AC12-8951D904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AB9FF-0CA2-EE32-6EB1-7D479DED5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76F2A-3CD0-2296-2674-D0EC538F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6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D3F3-40CE-7745-4E0D-43A22AB6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>
            <a:normAutofit/>
          </a:bodyPr>
          <a:lstStyle>
            <a:lvl1pPr algn="ctr">
              <a:defRPr sz="4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542C8-3B5B-4230-9E44-52D0EEC16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951E2-59D5-B84E-07C9-5ACCC4D2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9E342-34A4-A844-09AD-8635014F6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37F49-F8CE-DC4F-ABE8-CFAF2F8CE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2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D456-19A9-FFDB-125B-79163E83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AC2BB-0DB5-2157-9D27-EAA269B73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8480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AEC3E-DA1B-6379-408C-89DDDE837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1800" y="1825625"/>
            <a:ext cx="2232000" cy="4351338"/>
          </a:xfrm>
        </p:spPr>
        <p:txBody>
          <a:bodyPr>
            <a:normAutofit/>
          </a:bodyPr>
          <a:lstStyle>
            <a:lvl1pPr>
              <a:defRPr sz="1800">
                <a:latin typeface="Aptos Narrow" panose="020B0004020202020204" pitchFamily="34" charset="0"/>
              </a:defRPr>
            </a:lvl1pPr>
            <a:lvl2pPr>
              <a:defRPr sz="1600">
                <a:latin typeface="Aptos Narrow" panose="020B0004020202020204" pitchFamily="34" charset="0"/>
              </a:defRPr>
            </a:lvl2pPr>
            <a:lvl3pPr>
              <a:defRPr sz="1400">
                <a:latin typeface="Aptos Narrow" panose="020B0004020202020204" pitchFamily="34" charset="0"/>
              </a:defRPr>
            </a:lvl3pPr>
            <a:lvl4pPr>
              <a:defRPr sz="1200">
                <a:latin typeface="Aptos Narrow" panose="020B0004020202020204" pitchFamily="34" charset="0"/>
              </a:defRPr>
            </a:lvl4pPr>
            <a:lvl5pPr>
              <a:defRPr sz="1200">
                <a:latin typeface="Aptos Narrow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03EE4-DD0F-8A92-4842-64645BF0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540A8-8337-C3E8-787F-3AF79B3B6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E6761-6377-DB16-FEBE-DA45A5C5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5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D456-19A9-FFDB-125B-79163E83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AC2BB-0DB5-2157-9D27-EAA269B73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AEC3E-DA1B-6379-408C-89DDDE837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03EE4-DD0F-8A92-4842-64645BF0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540A8-8337-C3E8-787F-3AF79B3B6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E6761-6377-DB16-FEBE-DA45A5C5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1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6135-8A01-EFBD-045F-62BAEFED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EBED4-2915-2208-F464-ABB6E919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B05F8-CDF2-1D16-9E1B-25593AAF2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71EB0-6063-18B7-1C69-0C8E8B17A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66D37A-BE15-9A80-2681-6B32485A8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5137F0-712F-0DED-7CAC-0E8AF052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0E39E6-E9BF-7F53-12B1-32A042BC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0D5147-2344-07B2-E713-F1B656CB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1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6135-8A01-EFBD-045F-62BAEFED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EBED4-2915-2208-F464-ABB6E919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2424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B05F8-CDF2-1D16-9E1B-25593AAF2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10512424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5137F0-712F-0DED-7CAC-0E8AF052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0E39E6-E9BF-7F53-12B1-32A042BC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0D5147-2344-07B2-E713-F1B656CB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6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with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6135-8A01-EFBD-045F-62BAEFED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EBED4-2915-2208-F464-ABB6E919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7848000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B05F8-CDF2-1D16-9E1B-25593AAF2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784800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71EB0-6063-18B7-1C69-0C8E8B17A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0212" y="1681163"/>
            <a:ext cx="223200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latin typeface="Aptos Narrow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66D37A-BE15-9A80-2681-6B32485A8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20212" y="2505075"/>
            <a:ext cx="2232000" cy="3684588"/>
          </a:xfrm>
        </p:spPr>
        <p:txBody>
          <a:bodyPr>
            <a:normAutofit/>
          </a:bodyPr>
          <a:lstStyle>
            <a:lvl1pPr>
              <a:defRPr sz="1800">
                <a:latin typeface="Aptos Narrow" panose="020B0004020202020204" pitchFamily="34" charset="0"/>
              </a:defRPr>
            </a:lvl1pPr>
            <a:lvl2pPr>
              <a:defRPr sz="1600">
                <a:latin typeface="Aptos Narrow" panose="020B0004020202020204" pitchFamily="34" charset="0"/>
              </a:defRPr>
            </a:lvl2pPr>
            <a:lvl3pPr>
              <a:defRPr sz="1400">
                <a:latin typeface="Aptos Narrow" panose="020B0004020202020204" pitchFamily="34" charset="0"/>
              </a:defRPr>
            </a:lvl3pPr>
            <a:lvl4pPr>
              <a:defRPr sz="1200">
                <a:latin typeface="Aptos Narrow" panose="020B0004020202020204" pitchFamily="34" charset="0"/>
              </a:defRPr>
            </a:lvl4pPr>
            <a:lvl5pPr>
              <a:defRPr sz="1200">
                <a:latin typeface="Aptos Narrow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5137F0-712F-0DED-7CAC-0E8AF052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0E39E6-E9BF-7F53-12B1-32A042BC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0D5147-2344-07B2-E713-F1B656CB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0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6135-8A01-EFBD-045F-62BAEFED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18427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EBED4-2915-2208-F464-ABB6E919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360363"/>
            <a:ext cx="10515600" cy="82391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4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B05F8-CDF2-1D16-9E1B-25593AAF2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10512424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5137F0-712F-0DED-7CAC-0E8AF052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0E39E6-E9BF-7F53-12B1-32A042BC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0D5147-2344-07B2-E713-F1B656CB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42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heading with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6135-8A01-EFBD-045F-62BAEFED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427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EBED4-2915-2208-F464-ABB6E919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0363"/>
            <a:ext cx="10514012" cy="82391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ctr">
              <a:buNone/>
              <a:defRPr lang="en-US" sz="4400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B05F8-CDF2-1D16-9E1B-25593AAF2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784800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66D37A-BE15-9A80-2681-6B32485A8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20212" y="2505075"/>
            <a:ext cx="2232000" cy="3684588"/>
          </a:xfrm>
        </p:spPr>
        <p:txBody>
          <a:bodyPr>
            <a:normAutofit/>
          </a:bodyPr>
          <a:lstStyle>
            <a:lvl1pPr>
              <a:defRPr sz="1800">
                <a:latin typeface="Aptos Narrow" panose="020B0004020202020204" pitchFamily="34" charset="0"/>
              </a:defRPr>
            </a:lvl1pPr>
            <a:lvl2pPr>
              <a:defRPr sz="1600">
                <a:latin typeface="Aptos Narrow" panose="020B0004020202020204" pitchFamily="34" charset="0"/>
              </a:defRPr>
            </a:lvl2pPr>
            <a:lvl3pPr>
              <a:defRPr sz="1400">
                <a:latin typeface="Aptos Narrow" panose="020B0004020202020204" pitchFamily="34" charset="0"/>
              </a:defRPr>
            </a:lvl3pPr>
            <a:lvl4pPr>
              <a:defRPr sz="1200">
                <a:latin typeface="Aptos Narrow" panose="020B0004020202020204" pitchFamily="34" charset="0"/>
              </a:defRPr>
            </a:lvl4pPr>
            <a:lvl5pPr>
              <a:defRPr sz="1200">
                <a:latin typeface="Aptos Narrow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5137F0-712F-0DED-7CAC-0E8AF052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0E39E6-E9BF-7F53-12B1-32A042BC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0D5147-2344-07B2-E713-F1B656CB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5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DC91-6CA2-AFBD-892E-23E16D62D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17667-B469-B16C-C676-355D6220C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3D656-8628-928F-8767-A494A8C80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556E0-C372-DAC1-F854-DB6A747A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13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49E35-1736-3862-F28C-B0A275A7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C5B8B-C045-A54F-2760-6735D97AC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4DCFE-02DC-5C3C-473F-3BCACB31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67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0CCE-EE65-386D-6371-21D9349B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B705C-EBC7-CC90-08CE-D98E91FC5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36532-F590-47DE-D6D1-36C5F2F88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68AF5-D913-DB20-7732-60EB2C0FA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13921-4522-BC93-D264-C944B01B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24F29-9940-E749-042B-0D2CECE4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88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8CA29-DCB3-D4B6-1ED7-5DD6AB22C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7A4170-01C3-E790-4489-395293A79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B26A0-977D-9780-69A8-4E090033F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32265-349A-5E5B-6BF3-3BCE8BC9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1DE35-CDB7-7D24-4D7C-AC496F22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9CE74-A2BA-5821-098C-5AB3F458F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9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6800AF-F138-70B2-415F-ADF6D3A8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971EC-D139-6265-3678-AF8017D81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3B2D9-76F9-F6EF-16FD-59A75AE6D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7B25E-F848-488C-8AE2-75D7460CFB48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DEF1E-1AEE-BB57-0B50-3616223BD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A2B2D-E478-D86D-87F3-478DE2944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0D69D-AD97-4653-974B-582972620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7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62" r:id="rId7"/>
    <p:sldLayoutId id="2147483661" r:id="rId8"/>
    <p:sldLayoutId id="2147483664" r:id="rId9"/>
    <p:sldLayoutId id="2147483665" r:id="rId10"/>
    <p:sldLayoutId id="2147483654" r:id="rId11"/>
    <p:sldLayoutId id="2147483655" r:id="rId12"/>
    <p:sldLayoutId id="2147483656" r:id="rId13"/>
    <p:sldLayoutId id="214748365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30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000" indent="-230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000" indent="-230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12000" indent="-230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customXml" Target="../ink/ink4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1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0" Type="http://schemas.openxmlformats.org/officeDocument/2006/relationships/customXml" Target="../ink/ink3.xml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customXml" Target="../ink/ink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0.png"/><Relationship Id="rId5" Type="http://schemas.openxmlformats.org/officeDocument/2006/relationships/customXml" Target="../ink/ink5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customXml" Target="../ink/ink8.xml"/><Relationship Id="rId10" Type="http://schemas.openxmlformats.org/officeDocument/2006/relationships/image" Target="../media/image30.png"/><Relationship Id="rId4" Type="http://schemas.openxmlformats.org/officeDocument/2006/relationships/image" Target="../media/image260.png"/><Relationship Id="rId9" Type="http://schemas.openxmlformats.org/officeDocument/2006/relationships/customXml" Target="../ink/ink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nmal.nucleusmedicalmedia.com/view-item?ItemID=75433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221C0-03FC-0174-1931-E4F74525D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>
              <a:lnSpc>
                <a:spcPct val="114000"/>
              </a:lnSpc>
            </a:pPr>
            <a:r>
              <a:rPr lang="en-US" sz="4800" b="0" cap="all" spc="500" dirty="0"/>
              <a:t>Introduction to </a:t>
            </a:r>
            <a:br>
              <a:rPr lang="en-US" spc="500" dirty="0"/>
            </a:br>
            <a:r>
              <a:rPr lang="en-US" spc="300" dirty="0"/>
              <a:t>NORMAL LABOR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1D980-21C6-F0C6-3FC1-90C488408F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/>
          </a:bodyPr>
          <a:lstStyle/>
          <a:p>
            <a:r>
              <a:rPr lang="en-US" b="1" dirty="0"/>
              <a:t>Hamdy Bakry Alqenawy, MD</a:t>
            </a:r>
          </a:p>
          <a:p>
            <a:r>
              <a:rPr lang="en-US" sz="2400" dirty="0"/>
              <a:t>Clinical Lecturer in Obstetrics and Gynecology</a:t>
            </a:r>
            <a:br>
              <a:rPr lang="en-US" sz="2400" dirty="0"/>
            </a:br>
            <a:r>
              <a:rPr lang="en-US" sz="2400" dirty="0"/>
              <a:t>Ain Shams University Faculty of Medicine</a:t>
            </a:r>
          </a:p>
        </p:txBody>
      </p:sp>
    </p:spTree>
    <p:extLst>
      <p:ext uri="{BB962C8B-B14F-4D97-AF65-F5344CB8AC3E}">
        <p14:creationId xmlns:p14="http://schemas.microsoft.com/office/powerpoint/2010/main" val="3545925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732A8-770A-C9C7-2BDB-B045C661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E889-C7D1-CA53-9940-7C3859A2D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Definitions</a:t>
            </a:r>
          </a:p>
          <a:p>
            <a:r>
              <a:rPr lang="en-US" b="1" dirty="0"/>
              <a:t>Components</a:t>
            </a:r>
            <a:r>
              <a:rPr lang="en-US" dirty="0"/>
              <a:t> of normal labor</a:t>
            </a:r>
          </a:p>
          <a:p>
            <a:r>
              <a:rPr lang="en-US" b="1" dirty="0"/>
              <a:t>Anatomy: </a:t>
            </a:r>
            <a:r>
              <a:rPr lang="en-US" dirty="0"/>
              <a:t>maternal and fetal</a:t>
            </a:r>
            <a:endParaRPr lang="en-US" b="1" dirty="0"/>
          </a:p>
          <a:p>
            <a:r>
              <a:rPr lang="en-US" b="1" dirty="0"/>
              <a:t>Physiology</a:t>
            </a:r>
            <a:r>
              <a:rPr lang="en-US" dirty="0"/>
              <a:t> of labor</a:t>
            </a:r>
          </a:p>
          <a:p>
            <a:r>
              <a:rPr lang="en-US" b="1" dirty="0"/>
              <a:t>Mechanism</a:t>
            </a:r>
            <a:r>
              <a:rPr lang="en-US" dirty="0"/>
              <a:t> of normal labor</a:t>
            </a:r>
          </a:p>
          <a:p>
            <a:r>
              <a:rPr lang="en-US" b="1" dirty="0"/>
              <a:t>Stages</a:t>
            </a:r>
            <a:r>
              <a:rPr lang="en-US" dirty="0"/>
              <a:t> of labor</a:t>
            </a:r>
          </a:p>
          <a:p>
            <a:r>
              <a:rPr lang="en-US" b="1" dirty="0"/>
              <a:t>Diagnosis</a:t>
            </a:r>
            <a:r>
              <a:rPr lang="en-US" dirty="0"/>
              <a:t> of labor</a:t>
            </a:r>
          </a:p>
        </p:txBody>
      </p:sp>
    </p:spTree>
    <p:extLst>
      <p:ext uri="{BB962C8B-B14F-4D97-AF65-F5344CB8AC3E}">
        <p14:creationId xmlns:p14="http://schemas.microsoft.com/office/powerpoint/2010/main" val="380089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FE5F6C-0595-4EB5-977B-E3F0D5B36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70B0BD-05E6-4E4A-9D18-CDD768D3E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6000" cy="43513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Labor</a:t>
            </a:r>
          </a:p>
          <a:p>
            <a:pPr lvl="1"/>
            <a:r>
              <a:rPr lang="en-US" dirty="0"/>
              <a:t>Repetitive </a:t>
            </a:r>
            <a:r>
              <a:rPr lang="en-US" b="1" dirty="0"/>
              <a:t>uterine contractions </a:t>
            </a:r>
            <a:r>
              <a:rPr lang="en-US" dirty="0"/>
              <a:t>of sufﬁcient </a:t>
            </a:r>
            <a:r>
              <a:rPr lang="en-US" u="heavy" dirty="0"/>
              <a:t>frequency</a:t>
            </a:r>
            <a:r>
              <a:rPr lang="en-US" dirty="0"/>
              <a:t>, </a:t>
            </a:r>
            <a:r>
              <a:rPr lang="en-US" u="heavy" dirty="0"/>
              <a:t>strength</a:t>
            </a:r>
            <a:r>
              <a:rPr lang="en-US" dirty="0"/>
              <a:t>, &amp; </a:t>
            </a:r>
            <a:r>
              <a:rPr lang="en-US" u="heavy" dirty="0"/>
              <a:t>duration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to cause </a:t>
            </a:r>
            <a:r>
              <a:rPr lang="en-US" u="heavy" dirty="0"/>
              <a:t>progressive</a:t>
            </a:r>
            <a:r>
              <a:rPr lang="en-US" dirty="0"/>
              <a:t> </a:t>
            </a:r>
            <a:r>
              <a:rPr lang="en-US" b="1" dirty="0"/>
              <a:t>cervical changes</a:t>
            </a:r>
            <a:r>
              <a:rPr lang="en-US" dirty="0"/>
              <a:t> (effacement &amp; dilatation). </a:t>
            </a:r>
          </a:p>
          <a:p>
            <a:r>
              <a:rPr lang="en-US" b="1" dirty="0">
                <a:solidFill>
                  <a:schemeClr val="accent1"/>
                </a:solidFill>
              </a:rPr>
              <a:t>Delivery</a:t>
            </a:r>
          </a:p>
          <a:p>
            <a:pPr lvl="1"/>
            <a:r>
              <a:rPr lang="en-US" dirty="0"/>
              <a:t>The birth of the baby, either </a:t>
            </a:r>
            <a:r>
              <a:rPr lang="en-US" i="1" dirty="0"/>
              <a:t>vaginal</a:t>
            </a:r>
            <a:r>
              <a:rPr lang="en-US" dirty="0"/>
              <a:t> or </a:t>
            </a:r>
            <a:r>
              <a:rPr lang="en-US" i="1" dirty="0"/>
              <a:t>cesarean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Normal delivery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E984C70-70F0-45E0-BD5D-3D807DDF2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897208"/>
              </p:ext>
            </p:extLst>
          </p:nvPr>
        </p:nvGraphicFramePr>
        <p:xfrm>
          <a:off x="838201" y="4971240"/>
          <a:ext cx="10626127" cy="140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178029306"/>
                    </a:ext>
                  </a:extLst>
                </a:gridCol>
                <a:gridCol w="839449">
                  <a:extLst>
                    <a:ext uri="{9D8B030D-6E8A-4147-A177-3AD203B41FA5}">
                      <a16:colId xmlns:a16="http://schemas.microsoft.com/office/drawing/2014/main" val="418383876"/>
                    </a:ext>
                  </a:extLst>
                </a:gridCol>
                <a:gridCol w="705989">
                  <a:extLst>
                    <a:ext uri="{9D8B030D-6E8A-4147-A177-3AD203B41FA5}">
                      <a16:colId xmlns:a16="http://schemas.microsoft.com/office/drawing/2014/main" val="3712876757"/>
                    </a:ext>
                  </a:extLst>
                </a:gridCol>
                <a:gridCol w="663677">
                  <a:extLst>
                    <a:ext uri="{9D8B030D-6E8A-4147-A177-3AD203B41FA5}">
                      <a16:colId xmlns:a16="http://schemas.microsoft.com/office/drawing/2014/main" val="896677281"/>
                    </a:ext>
                  </a:extLst>
                </a:gridCol>
                <a:gridCol w="796413">
                  <a:extLst>
                    <a:ext uri="{9D8B030D-6E8A-4147-A177-3AD203B41FA5}">
                      <a16:colId xmlns:a16="http://schemas.microsoft.com/office/drawing/2014/main" val="3596769613"/>
                    </a:ext>
                  </a:extLst>
                </a:gridCol>
                <a:gridCol w="1563329">
                  <a:extLst>
                    <a:ext uri="{9D8B030D-6E8A-4147-A177-3AD203B41FA5}">
                      <a16:colId xmlns:a16="http://schemas.microsoft.com/office/drawing/2014/main" val="2205264167"/>
                    </a:ext>
                  </a:extLst>
                </a:gridCol>
                <a:gridCol w="1386348">
                  <a:extLst>
                    <a:ext uri="{9D8B030D-6E8A-4147-A177-3AD203B41FA5}">
                      <a16:colId xmlns:a16="http://schemas.microsoft.com/office/drawing/2014/main" val="3019363770"/>
                    </a:ext>
                  </a:extLst>
                </a:gridCol>
                <a:gridCol w="1255063">
                  <a:extLst>
                    <a:ext uri="{9D8B030D-6E8A-4147-A177-3AD203B41FA5}">
                      <a16:colId xmlns:a16="http://schemas.microsoft.com/office/drawing/2014/main" val="430629618"/>
                    </a:ext>
                  </a:extLst>
                </a:gridCol>
                <a:gridCol w="779489">
                  <a:extLst>
                    <a:ext uri="{9D8B030D-6E8A-4147-A177-3AD203B41FA5}">
                      <a16:colId xmlns:a16="http://schemas.microsoft.com/office/drawing/2014/main" val="1612237165"/>
                    </a:ext>
                  </a:extLst>
                </a:gridCol>
                <a:gridCol w="1340370">
                  <a:extLst>
                    <a:ext uri="{9D8B030D-6E8A-4147-A177-3AD203B41FA5}">
                      <a16:colId xmlns:a16="http://schemas.microsoft.com/office/drawing/2014/main" val="2230920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18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Spontaneous-onset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vaginal delivery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of a single,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living,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mature,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vertex-presenting fetus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 a reasonable time,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requiring no intervention, 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with no fetal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or maternal complications.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1341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>
                          <a:solidFill>
                            <a:schemeClr val="dk1"/>
                          </a:solidFill>
                        </a:rPr>
                        <a:t>(other than episiotomy)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618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973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51631-A38C-D8EF-9A78-3A6563698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LABOR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F141A-F223-FB55-545D-4A7CA55E8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Components</a:t>
            </a:r>
          </a:p>
          <a:p>
            <a:pPr lvl="1" defTabSz="776288"/>
            <a:r>
              <a:rPr lang="en-US" dirty="0"/>
              <a:t>Passage	</a:t>
            </a:r>
            <a:r>
              <a:rPr lang="en-US" i="1" dirty="0"/>
              <a:t>the bony pelvis</a:t>
            </a:r>
            <a:endParaRPr lang="en-US" dirty="0"/>
          </a:p>
          <a:p>
            <a:pPr lvl="1" defTabSz="776288"/>
            <a:r>
              <a:rPr lang="en-US" dirty="0"/>
              <a:t>Passenger	</a:t>
            </a:r>
            <a:r>
              <a:rPr lang="en-US" i="1" dirty="0"/>
              <a:t>the fetus</a:t>
            </a:r>
            <a:endParaRPr lang="en-US" dirty="0"/>
          </a:p>
          <a:p>
            <a:pPr lvl="1" defTabSz="776288"/>
            <a:r>
              <a:rPr lang="en-US" dirty="0"/>
              <a:t>Powers 	</a:t>
            </a:r>
            <a:r>
              <a:rPr lang="en-US" i="1" dirty="0"/>
              <a:t>uterine action, maternal expulsive efforts</a:t>
            </a:r>
          </a:p>
          <a:p>
            <a:pPr lvl="1"/>
            <a:endParaRPr lang="en-US" dirty="0"/>
          </a:p>
          <a:p>
            <a:r>
              <a:rPr lang="en-US" b="1" dirty="0"/>
              <a:t>Mechanism</a:t>
            </a:r>
          </a:p>
          <a:p>
            <a:pPr lvl="1"/>
            <a:r>
              <a:rPr lang="en-US" dirty="0"/>
              <a:t>What naturally happens</a:t>
            </a:r>
          </a:p>
          <a:p>
            <a:pPr lvl="1"/>
            <a:endParaRPr lang="en-US" dirty="0"/>
          </a:p>
          <a:p>
            <a:r>
              <a:rPr lang="en-US" b="1" dirty="0"/>
              <a:t>Management / Conduct</a:t>
            </a:r>
          </a:p>
          <a:p>
            <a:pPr lvl="1"/>
            <a:r>
              <a:rPr lang="en-US" dirty="0"/>
              <a:t>What we do </a:t>
            </a:r>
          </a:p>
        </p:txBody>
      </p:sp>
    </p:spTree>
    <p:extLst>
      <p:ext uri="{BB962C8B-B14F-4D97-AF65-F5344CB8AC3E}">
        <p14:creationId xmlns:p14="http://schemas.microsoft.com/office/powerpoint/2010/main" val="1574378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425DED-6884-009A-9CF2-2439C3496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LABOR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BD762-6081-0ECE-700F-F4B1D0A58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The passage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passenger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powers</a:t>
            </a:r>
          </a:p>
        </p:txBody>
      </p:sp>
    </p:spTree>
    <p:extLst>
      <p:ext uri="{BB962C8B-B14F-4D97-AF65-F5344CB8AC3E}">
        <p14:creationId xmlns:p14="http://schemas.microsoft.com/office/powerpoint/2010/main" val="1575176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E23A78-11A7-DA15-5023-AED43B2B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gradFill flip="none" rotWithShape="1">
            <a:gsLst>
              <a:gs pos="0">
                <a:schemeClr val="accent1">
                  <a:lumMod val="97000"/>
                  <a:lumOff val="3000"/>
                </a:schemeClr>
              </a:gs>
              <a:gs pos="10000">
                <a:schemeClr val="bg1"/>
              </a:gs>
              <a:gs pos="9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txBody>
          <a:bodyPr/>
          <a:lstStyle/>
          <a:p>
            <a:r>
              <a:rPr lang="en-US" b="1" dirty="0"/>
              <a:t>PASSAGE: the bony pelvis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43D38F8-3501-1177-CEB1-DAB46CCD0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010" y="4001294"/>
            <a:ext cx="5378908" cy="252569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93E42-4BFF-F231-E860-C85213E30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2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true pelvis is a bony canal that is divided into 3 parts:</a:t>
            </a:r>
          </a:p>
          <a:p>
            <a:r>
              <a:rPr lang="en-US" sz="2400" b="1" dirty="0"/>
              <a:t>Inlet</a:t>
            </a:r>
            <a:r>
              <a:rPr lang="en-US" sz="2400" dirty="0"/>
              <a:t> </a:t>
            </a:r>
          </a:p>
          <a:p>
            <a:pPr lvl="1"/>
            <a:r>
              <a:rPr lang="en-US" sz="2000" dirty="0"/>
              <a:t>Engagement occurs when the widest diameters of the presenting part enter the inlet.</a:t>
            </a:r>
          </a:p>
          <a:p>
            <a:r>
              <a:rPr lang="en-US" sz="2400" b="1" dirty="0"/>
              <a:t>Cavity</a:t>
            </a:r>
          </a:p>
          <a:p>
            <a:pPr lvl="1"/>
            <a:r>
              <a:rPr lang="en-US" sz="2000" dirty="0"/>
              <a:t>It contains the widest plane of the true pelvis (at mid-cavity) where internal rotation occurs. </a:t>
            </a:r>
          </a:p>
          <a:p>
            <a:r>
              <a:rPr lang="en-US" sz="2400" b="1" dirty="0"/>
              <a:t>Outlet</a:t>
            </a:r>
          </a:p>
          <a:p>
            <a:pPr lvl="1"/>
            <a:r>
              <a:rPr lang="en-US" sz="2000" dirty="0"/>
              <a:t>It contains the narrowest plane of the true pelvis.</a:t>
            </a:r>
          </a:p>
          <a:p>
            <a:endParaRPr lang="en-US" sz="24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65503BD-1280-CC43-BB7F-A340190F6F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86" r="10617"/>
          <a:stretch/>
        </p:blipFill>
        <p:spPr>
          <a:xfrm>
            <a:off x="2512738" y="4565547"/>
            <a:ext cx="3751385" cy="229245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CE2ADE0-4C64-8CE6-6079-72C358844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82" y="4889320"/>
            <a:ext cx="2365656" cy="184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271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9A1C5-3893-3991-0066-BB9DC25B8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Inlet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520C8-3891-E2C5-9797-BD312186E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479473" cy="4351338"/>
          </a:xfrm>
        </p:spPr>
        <p:txBody>
          <a:bodyPr/>
          <a:lstStyle/>
          <a:p>
            <a:r>
              <a:rPr lang="en-US" dirty="0"/>
              <a:t>The Plane of the Brim is bounded</a:t>
            </a:r>
          </a:p>
          <a:p>
            <a:pPr lvl="1"/>
            <a:r>
              <a:rPr lang="en-US" dirty="0"/>
              <a:t>anteriorly by the Pubis,</a:t>
            </a:r>
          </a:p>
          <a:p>
            <a:pPr lvl="1"/>
            <a:r>
              <a:rPr lang="en-US" dirty="0"/>
              <a:t>laterally by the Iliopectineal lines,</a:t>
            </a:r>
          </a:p>
          <a:p>
            <a:pPr lvl="1"/>
            <a:r>
              <a:rPr lang="en-US" dirty="0"/>
              <a:t>posteriorly by the Alae and Promontory of the Sacrum.</a:t>
            </a:r>
          </a:p>
          <a:p>
            <a:r>
              <a:rPr lang="en-US" dirty="0"/>
              <a:t>Diameters </a:t>
            </a:r>
          </a:p>
          <a:p>
            <a:pPr lvl="1"/>
            <a:r>
              <a:rPr lang="en-US" dirty="0"/>
              <a:t>AP</a:t>
            </a:r>
          </a:p>
          <a:p>
            <a:pPr lvl="1"/>
            <a:r>
              <a:rPr lang="en-US" dirty="0"/>
              <a:t>Transverse</a:t>
            </a:r>
          </a:p>
          <a:p>
            <a:pPr lvl="1"/>
            <a:r>
              <a:rPr lang="en-US" dirty="0"/>
              <a:t>Oblique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EAEBDD-2FC1-C739-2E9E-8DEFD58CA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011" y="3871368"/>
            <a:ext cx="5310076" cy="26215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D51FD4-E8D1-00C0-66EF-B6F111B9C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011" y="1133213"/>
            <a:ext cx="5310076" cy="260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78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22E8-84B8-89F3-3227-4220F95D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Inlet: antero-posterior diameters</a:t>
            </a:r>
          </a:p>
        </p:txBody>
      </p:sp>
      <p:graphicFrame>
        <p:nvGraphicFramePr>
          <p:cNvPr id="10" name="Content Placeholder 6">
            <a:extLst>
              <a:ext uri="{FF2B5EF4-FFF2-40B4-BE49-F238E27FC236}">
                <a16:creationId xmlns:a16="http://schemas.microsoft.com/office/drawing/2014/main" id="{01AA038C-A520-5343-8764-BBD1830082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8279507"/>
              </p:ext>
            </p:extLst>
          </p:nvPr>
        </p:nvGraphicFramePr>
        <p:xfrm>
          <a:off x="838200" y="1825625"/>
          <a:ext cx="10515600" cy="2560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1837913684"/>
                    </a:ext>
                  </a:extLst>
                </a:gridCol>
                <a:gridCol w="1346662">
                  <a:extLst>
                    <a:ext uri="{9D8B030D-6E8A-4147-A177-3AD203B41FA5}">
                      <a16:colId xmlns:a16="http://schemas.microsoft.com/office/drawing/2014/main" val="645066792"/>
                    </a:ext>
                  </a:extLst>
                </a:gridCol>
                <a:gridCol w="3390207">
                  <a:extLst>
                    <a:ext uri="{9D8B030D-6E8A-4147-A177-3AD203B41FA5}">
                      <a16:colId xmlns:a16="http://schemas.microsoft.com/office/drawing/2014/main" val="51656727"/>
                    </a:ext>
                  </a:extLst>
                </a:gridCol>
                <a:gridCol w="1032164">
                  <a:extLst>
                    <a:ext uri="{9D8B030D-6E8A-4147-A177-3AD203B41FA5}">
                      <a16:colId xmlns:a16="http://schemas.microsoft.com/office/drawing/2014/main" val="1382893160"/>
                    </a:ext>
                  </a:extLst>
                </a:gridCol>
                <a:gridCol w="3174076">
                  <a:extLst>
                    <a:ext uri="{9D8B030D-6E8A-4147-A177-3AD203B41FA5}">
                      <a16:colId xmlns:a16="http://schemas.microsoft.com/office/drawing/2014/main" val="212418908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dirty="0"/>
                        <a:t>Diameter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Posterior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Anterior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Significance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49051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b="1" dirty="0"/>
                        <a:t>Anatomical</a:t>
                      </a:r>
                      <a:endParaRPr 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Sacral promontory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upper border </a:t>
                      </a:r>
                      <a:r>
                        <a:rPr lang="en-US" dirty="0"/>
                        <a:t>of 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11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Classification of contracted pelvis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22928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b="1" dirty="0"/>
                        <a:t>Obstetric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most bulging point </a:t>
                      </a:r>
                      <a:r>
                        <a:rPr lang="en-US" dirty="0"/>
                        <a:t>on back of 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10.5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Diameter negotiated in labor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96874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b="1" dirty="0"/>
                        <a:t>Diagonal</a:t>
                      </a:r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dirty="0"/>
                        <a:t>lower border </a:t>
                      </a:r>
                      <a:r>
                        <a:rPr lang="en-US" dirty="0"/>
                        <a:t>of 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12.5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measured by PV exam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dirty="0"/>
                        <a:t> diagonal – 1.5 = anatomical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703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966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22E8-84B8-89F3-3227-4220F95D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Inlet: transverse diameters</a:t>
            </a:r>
          </a:p>
        </p:txBody>
      </p:sp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73CC3BDF-B633-848E-F4F3-30C1AE7952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07285"/>
              </p:ext>
            </p:extLst>
          </p:nvPr>
        </p:nvGraphicFramePr>
        <p:xfrm>
          <a:off x="838199" y="1825625"/>
          <a:ext cx="10515599" cy="24803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8994">
                  <a:extLst>
                    <a:ext uri="{9D8B030D-6E8A-4147-A177-3AD203B41FA5}">
                      <a16:colId xmlns:a16="http://schemas.microsoft.com/office/drawing/2014/main" val="1837913684"/>
                    </a:ext>
                  </a:extLst>
                </a:gridCol>
                <a:gridCol w="4146922">
                  <a:extLst>
                    <a:ext uri="{9D8B030D-6E8A-4147-A177-3AD203B41FA5}">
                      <a16:colId xmlns:a16="http://schemas.microsoft.com/office/drawing/2014/main" val="51656727"/>
                    </a:ext>
                  </a:extLst>
                </a:gridCol>
                <a:gridCol w="940467">
                  <a:extLst>
                    <a:ext uri="{9D8B030D-6E8A-4147-A177-3AD203B41FA5}">
                      <a16:colId xmlns:a16="http://schemas.microsoft.com/office/drawing/2014/main" val="1382893160"/>
                    </a:ext>
                  </a:extLst>
                </a:gridCol>
                <a:gridCol w="3789216">
                  <a:extLst>
                    <a:ext uri="{9D8B030D-6E8A-4147-A177-3AD203B41FA5}">
                      <a16:colId xmlns:a16="http://schemas.microsoft.com/office/drawing/2014/main" val="2124189081"/>
                    </a:ext>
                  </a:extLst>
                </a:gridCol>
              </a:tblGrid>
              <a:tr h="651568">
                <a:tc>
                  <a:txBody>
                    <a:bodyPr/>
                    <a:lstStyle/>
                    <a:p>
                      <a:r>
                        <a:rPr lang="en-US" dirty="0"/>
                        <a:t>Diameter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Significance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490514"/>
                  </a:ext>
                </a:extLst>
              </a:tr>
              <a:tr h="543502">
                <a:tc>
                  <a:txBody>
                    <a:bodyPr/>
                    <a:lstStyle/>
                    <a:p>
                      <a:r>
                        <a:rPr lang="en-US" b="1" dirty="0"/>
                        <a:t>Anatomical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0" dirty="0"/>
                        <a:t>Between the farthest points on the brim (the widest transverse diameter)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13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229288"/>
                  </a:ext>
                </a:extLst>
              </a:tr>
              <a:tr h="266008">
                <a:tc>
                  <a:txBody>
                    <a:bodyPr/>
                    <a:lstStyle/>
                    <a:p>
                      <a:r>
                        <a:rPr lang="en-US" b="1" dirty="0"/>
                        <a:t>Obstetric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0" dirty="0"/>
                        <a:t>Bisects the anatomical antero-posterior diameter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12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Diameter negotiated in labor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Normal pelvis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both coincide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Android pelvis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O&lt;A and more anterior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968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919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22E8-84B8-89F3-3227-4220F95D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Inlet: oblique diameters </a:t>
            </a:r>
          </a:p>
        </p:txBody>
      </p:sp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20C4F5C4-4AB0-1E71-7B8E-F981D587C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9720016"/>
              </p:ext>
            </p:extLst>
          </p:nvPr>
        </p:nvGraphicFramePr>
        <p:xfrm>
          <a:off x="838200" y="1825625"/>
          <a:ext cx="10515601" cy="2560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3611">
                  <a:extLst>
                    <a:ext uri="{9D8B030D-6E8A-4147-A177-3AD203B41FA5}">
                      <a16:colId xmlns:a16="http://schemas.microsoft.com/office/drawing/2014/main" val="1837913684"/>
                    </a:ext>
                  </a:extLst>
                </a:gridCol>
                <a:gridCol w="2086567">
                  <a:extLst>
                    <a:ext uri="{9D8B030D-6E8A-4147-A177-3AD203B41FA5}">
                      <a16:colId xmlns:a16="http://schemas.microsoft.com/office/drawing/2014/main" val="913802883"/>
                    </a:ext>
                  </a:extLst>
                </a:gridCol>
                <a:gridCol w="2892829">
                  <a:extLst>
                    <a:ext uri="{9D8B030D-6E8A-4147-A177-3AD203B41FA5}">
                      <a16:colId xmlns:a16="http://schemas.microsoft.com/office/drawing/2014/main" val="51656727"/>
                    </a:ext>
                  </a:extLst>
                </a:gridCol>
                <a:gridCol w="997528">
                  <a:extLst>
                    <a:ext uri="{9D8B030D-6E8A-4147-A177-3AD203B41FA5}">
                      <a16:colId xmlns:a16="http://schemas.microsoft.com/office/drawing/2014/main" val="1382893160"/>
                    </a:ext>
                  </a:extLst>
                </a:gridCol>
                <a:gridCol w="2775066">
                  <a:extLst>
                    <a:ext uri="{9D8B030D-6E8A-4147-A177-3AD203B41FA5}">
                      <a16:colId xmlns:a16="http://schemas.microsoft.com/office/drawing/2014/main" val="212418908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dirty="0"/>
                        <a:t>Diameter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Posterior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Anterior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Significance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49051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b="1" dirty="0"/>
                        <a:t>Rt oblique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Rt </a:t>
                      </a:r>
                      <a:r>
                        <a:rPr lang="en-US" dirty="0" err="1"/>
                        <a:t>sacro</a:t>
                      </a:r>
                      <a:r>
                        <a:rPr lang="en-US" dirty="0"/>
                        <a:t>-iliac 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Lt ilio-pectineal eminence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12.5 cm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R &gt; L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LOA more common than ROA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22928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b="1" dirty="0"/>
                        <a:t>Lt oblique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Lt </a:t>
                      </a:r>
                      <a:r>
                        <a:rPr lang="en-US" dirty="0" err="1"/>
                        <a:t>sacro</a:t>
                      </a:r>
                      <a:r>
                        <a:rPr lang="en-US" dirty="0"/>
                        <a:t>-iliac 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Rt ilio-pectineal eminence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12 cm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96874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b="1" dirty="0"/>
                        <a:t>Rt/Lt Sacro-cotyloid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Sacral promontory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Ilio-pectineal eminence of same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9.5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Negotiated by BPD in OP engagement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dirty="0"/>
                        <a:t> delay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703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859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44892-94BF-D28C-FD1B-7617D3E0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Cavity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6ED8F-4F4F-C51D-FEE7-72D97A328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029325" cy="4351338"/>
          </a:xfrm>
        </p:spPr>
        <p:txBody>
          <a:bodyPr/>
          <a:lstStyle/>
          <a:p>
            <a:r>
              <a:rPr lang="en-US" dirty="0"/>
              <a:t>The Pelvic Cavity is bounded</a:t>
            </a:r>
          </a:p>
          <a:p>
            <a:pPr lvl="1"/>
            <a:r>
              <a:rPr lang="en-US" dirty="0"/>
              <a:t>Above by the Plane of the Brim,</a:t>
            </a:r>
          </a:p>
          <a:p>
            <a:pPr lvl="1"/>
            <a:r>
              <a:rPr lang="en-US" dirty="0"/>
              <a:t>Below by the Plane of the Outlet,</a:t>
            </a:r>
          </a:p>
          <a:p>
            <a:pPr lvl="1"/>
            <a:r>
              <a:rPr lang="en-US" dirty="0"/>
              <a:t>Posteriorly by the Sacrum,</a:t>
            </a:r>
          </a:p>
          <a:p>
            <a:pPr lvl="1"/>
            <a:r>
              <a:rPr lang="en-US" dirty="0"/>
              <a:t>Laterally by the </a:t>
            </a:r>
            <a:r>
              <a:rPr lang="en-US" dirty="0" err="1"/>
              <a:t>Sacrosciatic</a:t>
            </a:r>
            <a:r>
              <a:rPr lang="en-US" dirty="0"/>
              <a:t> ligaments and Ischial bones and</a:t>
            </a:r>
          </a:p>
          <a:p>
            <a:pPr lvl="1"/>
            <a:r>
              <a:rPr lang="en-US" dirty="0"/>
              <a:t>Anteriorly by Obturator Foramina, Ascending Rami of Ischia and Pubis.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D9B92-1A06-D4F7-5BC1-B99902991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52843"/>
            <a:ext cx="5324475" cy="680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67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3C5C-AFD4-86CE-AB8C-C9583015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Cavity: diameters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F813D-6C5F-4C8F-BE8E-1EC7A12EF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Plane of greatest dimensions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(12.5 cm in diameter, nearly rounded):</a:t>
            </a:r>
          </a:p>
          <a:p>
            <a:pPr marL="0" indent="0">
              <a:buNone/>
            </a:pPr>
            <a:r>
              <a:rPr lang="en-US" dirty="0"/>
              <a:t>From the middle of the back of SP,</a:t>
            </a:r>
          </a:p>
          <a:p>
            <a:pPr marL="0" indent="0" algn="ctr">
              <a:buNone/>
            </a:pPr>
            <a:r>
              <a:rPr lang="en-US" dirty="0"/>
              <a:t>across center of acetabulum,</a:t>
            </a:r>
          </a:p>
          <a:p>
            <a:pPr marL="0" indent="0" algn="r">
              <a:buNone/>
            </a:pPr>
            <a:r>
              <a:rPr lang="en-US" dirty="0"/>
              <a:t>to the junction of 2</a:t>
            </a:r>
            <a:r>
              <a:rPr lang="en-US" baseline="30000" dirty="0"/>
              <a:t>nd</a:t>
            </a:r>
            <a:r>
              <a:rPr lang="en-US" dirty="0"/>
              <a:t> &amp; 3</a:t>
            </a:r>
            <a:r>
              <a:rPr lang="en-US" baseline="30000" dirty="0"/>
              <a:t>rd</a:t>
            </a:r>
            <a:r>
              <a:rPr lang="en-US" dirty="0"/>
              <a:t> sacral pieces</a:t>
            </a:r>
          </a:p>
          <a:p>
            <a:r>
              <a:rPr lang="en-US" dirty="0"/>
              <a:t>Significance: the widest part of the pelvic cavity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dirty="0"/>
              <a:t>internal rotation occurs when the widest diameters of the presenting part occupy this plane</a:t>
            </a:r>
          </a:p>
        </p:txBody>
      </p:sp>
    </p:spTree>
    <p:extLst>
      <p:ext uri="{BB962C8B-B14F-4D97-AF65-F5344CB8AC3E}">
        <p14:creationId xmlns:p14="http://schemas.microsoft.com/office/powerpoint/2010/main" val="763144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F19E9-D6A2-AA29-C365-DE07A7CE3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Outlet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833A8-B658-014E-812B-9352987833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190522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Anatomical </a:t>
            </a:r>
            <a:r>
              <a:rPr lang="en-US" u="sng" dirty="0"/>
              <a:t>vs</a:t>
            </a:r>
            <a:r>
              <a:rPr lang="en-US" dirty="0"/>
              <a:t> Obstetric</a:t>
            </a:r>
          </a:p>
          <a:p>
            <a:r>
              <a:rPr lang="en-US" b="1" dirty="0"/>
              <a:t>Anatomical outlet </a:t>
            </a:r>
            <a:r>
              <a:rPr lang="en-US" dirty="0"/>
              <a:t>is a diamond-shaped </a:t>
            </a:r>
            <a:r>
              <a:rPr lang="en-US" i="1" dirty="0"/>
              <a:t>plane,</a:t>
            </a:r>
            <a:r>
              <a:rPr lang="en-US" dirty="0"/>
              <a:t> bounded</a:t>
            </a:r>
          </a:p>
          <a:p>
            <a:pPr lvl="1"/>
            <a:r>
              <a:rPr lang="en-US" dirty="0"/>
              <a:t>Anteriorly by pubic arch,</a:t>
            </a:r>
          </a:p>
          <a:p>
            <a:pPr lvl="1"/>
            <a:r>
              <a:rPr lang="en-US" dirty="0"/>
              <a:t>Laterally by great </a:t>
            </a:r>
            <a:r>
              <a:rPr lang="en-US" dirty="0" err="1"/>
              <a:t>sacrosciatic</a:t>
            </a:r>
            <a:r>
              <a:rPr lang="en-US" dirty="0"/>
              <a:t> ligaments and ischial tuberosities, </a:t>
            </a:r>
          </a:p>
          <a:p>
            <a:pPr lvl="1"/>
            <a:r>
              <a:rPr lang="en-US" dirty="0"/>
              <a:t>Posteriorly by tip of coccyx if fused or to end of sacrum.</a:t>
            </a:r>
          </a:p>
          <a:p>
            <a:r>
              <a:rPr lang="en-US" b="1" dirty="0"/>
              <a:t>Obstetric outlet </a:t>
            </a:r>
            <a:r>
              <a:rPr lang="en-US" dirty="0"/>
              <a:t>is a </a:t>
            </a:r>
            <a:r>
              <a:rPr lang="en-US" i="1" dirty="0"/>
              <a:t>segment, </a:t>
            </a:r>
            <a:r>
              <a:rPr lang="en-US" dirty="0"/>
              <a:t>bounded</a:t>
            </a:r>
            <a:endParaRPr lang="en-US" i="1" dirty="0"/>
          </a:p>
          <a:p>
            <a:pPr lvl="1"/>
            <a:r>
              <a:rPr lang="en-US" dirty="0"/>
              <a:t>Above: plane of least pelvic dimensions (13×10.5 cm)</a:t>
            </a:r>
          </a:p>
          <a:p>
            <a:pPr lvl="1"/>
            <a:r>
              <a:rPr lang="en-US" dirty="0"/>
              <a:t>Below: plane of (anatomical) outlet (11×11 cm)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3FCA97-D277-AEC0-C0EE-0951791899DB}"/>
              </a:ext>
            </a:extLst>
          </p:cNvPr>
          <p:cNvGrpSpPr>
            <a:grpSpLocks noChangeAspect="1"/>
          </p:cNvGrpSpPr>
          <p:nvPr/>
        </p:nvGrpSpPr>
        <p:grpSpPr>
          <a:xfrm>
            <a:off x="8028721" y="2417298"/>
            <a:ext cx="4163279" cy="2746727"/>
            <a:chOff x="6670786" y="3318437"/>
            <a:chExt cx="5047381" cy="33300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CA210B9-6382-8954-4F56-FD5E5C08E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70786" y="3318437"/>
              <a:ext cx="5047381" cy="333001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53B2F5-3930-3F4E-110D-D2029B9DCE8F}"/>
                </a:ext>
              </a:extLst>
            </p:cNvPr>
            <p:cNvSpPr/>
            <p:nvPr/>
          </p:nvSpPr>
          <p:spPr>
            <a:xfrm>
              <a:off x="9653954" y="5196254"/>
              <a:ext cx="2064212" cy="14521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B712425-0FA5-A064-9331-0CC9736DA8EB}"/>
              </a:ext>
            </a:extLst>
          </p:cNvPr>
          <p:cNvGrpSpPr>
            <a:grpSpLocks noChangeAspect="1"/>
          </p:cNvGrpSpPr>
          <p:nvPr/>
        </p:nvGrpSpPr>
        <p:grpSpPr>
          <a:xfrm>
            <a:off x="8028721" y="0"/>
            <a:ext cx="4163279" cy="2380949"/>
            <a:chOff x="6670785" y="247650"/>
            <a:chExt cx="5047381" cy="288656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55E9AF2-CE8A-3B12-1CD4-86F56F7DA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0785" y="247650"/>
              <a:ext cx="5047381" cy="288656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DB9108-BA29-BA04-E8D6-0710F2821BB4}"/>
                </a:ext>
              </a:extLst>
            </p:cNvPr>
            <p:cNvSpPr/>
            <p:nvPr/>
          </p:nvSpPr>
          <p:spPr>
            <a:xfrm>
              <a:off x="6670785" y="247650"/>
              <a:ext cx="2455630" cy="9217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DFD68BB-B25A-C253-922D-94307AF64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7579" y="4500282"/>
            <a:ext cx="1934421" cy="235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93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51559-930F-01A1-EF81-6E3944F33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Outlet: diameters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C2F9-DFF8-E823-6E27-14472EAB85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763FD-001D-8106-AC5A-25F56C1FE8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87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2360-B21E-F305-B211-3C12B654A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Types of the bony pelvis</a:t>
            </a:r>
            <a:br>
              <a:rPr lang="en-US" dirty="0"/>
            </a:br>
            <a:r>
              <a:rPr lang="en-US" sz="2300" dirty="0">
                <a:latin typeface="+mn-lt"/>
              </a:rPr>
              <a:t>4 types described: </a:t>
            </a:r>
            <a:r>
              <a:rPr lang="en-US" sz="2300" b="1" dirty="0">
                <a:latin typeface="+mn-lt"/>
              </a:rPr>
              <a:t>Gynecoid</a:t>
            </a:r>
            <a:r>
              <a:rPr lang="en-US" sz="2300" dirty="0">
                <a:latin typeface="+mn-lt"/>
              </a:rPr>
              <a:t> (50%), </a:t>
            </a:r>
            <a:r>
              <a:rPr lang="en-US" sz="2300" b="1" dirty="0">
                <a:latin typeface="+mn-lt"/>
              </a:rPr>
              <a:t>Anthropoid</a:t>
            </a:r>
            <a:r>
              <a:rPr lang="en-US" sz="2300" dirty="0">
                <a:latin typeface="+mn-lt"/>
              </a:rPr>
              <a:t> (25%), </a:t>
            </a:r>
            <a:r>
              <a:rPr lang="en-US" sz="2300" b="1" dirty="0">
                <a:latin typeface="+mn-lt"/>
              </a:rPr>
              <a:t>Android</a:t>
            </a:r>
            <a:r>
              <a:rPr lang="en-US" sz="2300" dirty="0">
                <a:latin typeface="+mn-lt"/>
              </a:rPr>
              <a:t> (20%), </a:t>
            </a:r>
            <a:r>
              <a:rPr lang="en-US" sz="2300" b="1" dirty="0" err="1">
                <a:latin typeface="+mn-lt"/>
              </a:rPr>
              <a:t>Platypelloid</a:t>
            </a:r>
            <a:r>
              <a:rPr lang="en-US" sz="2300" dirty="0">
                <a:latin typeface="+mn-lt"/>
              </a:rPr>
              <a:t> (5%). </a:t>
            </a:r>
            <a:br>
              <a:rPr lang="en-US" sz="2300" dirty="0">
                <a:latin typeface="+mn-lt"/>
              </a:rPr>
            </a:br>
            <a:r>
              <a:rPr lang="en-US" sz="2300" dirty="0">
                <a:latin typeface="+mn-lt"/>
              </a:rPr>
              <a:t>In many cases the pelvis is of </a:t>
            </a:r>
            <a:r>
              <a:rPr lang="en-US" sz="2300" i="1" dirty="0">
                <a:latin typeface="+mn-lt"/>
              </a:rPr>
              <a:t>mixed</a:t>
            </a:r>
            <a:r>
              <a:rPr lang="en-US" sz="2300" dirty="0">
                <a:latin typeface="+mn-lt"/>
              </a:rPr>
              <a:t> type.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216A72-4540-DBC4-ED8C-6E5BE0DE1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811" y="1972878"/>
            <a:ext cx="1484283" cy="45594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2FB21A-068E-D7C2-8D37-EB50F3363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108" y="1972877"/>
            <a:ext cx="1484283" cy="45594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FE89B4-DEFC-FD58-3515-B7406AD777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0239"/>
          <a:stretch/>
        </p:blipFill>
        <p:spPr>
          <a:xfrm>
            <a:off x="6043485" y="3552934"/>
            <a:ext cx="1529385" cy="29747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323EEB-3B0F-7EA5-5D69-8F0E21BF7B0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0238"/>
          <a:stretch/>
        </p:blipFill>
        <p:spPr>
          <a:xfrm>
            <a:off x="7981427" y="3552934"/>
            <a:ext cx="1533485" cy="29747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D98433-E747-1EDF-14CD-10BCCAE0A1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8610"/>
          <a:stretch/>
        </p:blipFill>
        <p:spPr>
          <a:xfrm>
            <a:off x="6040022" y="1990462"/>
            <a:ext cx="1529385" cy="15624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602C82-853E-ADAE-072B-670B6E8095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8610"/>
          <a:stretch/>
        </p:blipFill>
        <p:spPr>
          <a:xfrm>
            <a:off x="7977964" y="1990461"/>
            <a:ext cx="1533485" cy="156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758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AC4933-54CB-23A4-94A7-8DA96B1A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the bony pelvis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E29BC1-1D50-9E7F-E65D-1C9CDCF52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339" y="4592213"/>
            <a:ext cx="5469122" cy="20931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06B027-0932-1A2F-E9EE-D23D7DF3C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78" y="4592213"/>
            <a:ext cx="5469122" cy="20931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C7C26A-5563-9CE2-BE09-A2133B45D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339" y="2265787"/>
            <a:ext cx="5469122" cy="20931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2F24AF6-A0D0-2C2D-34EE-729B4793A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78" y="2265787"/>
            <a:ext cx="5469122" cy="20931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32D1B99-6FC8-803A-FB98-7926C032AEE5}"/>
                  </a:ext>
                </a:extLst>
              </p14:cNvPr>
              <p14:cNvContentPartPr/>
              <p14:nvPr/>
            </p14:nvContentPartPr>
            <p14:xfrm>
              <a:off x="1512249" y="4132218"/>
              <a:ext cx="36972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32D1B99-6FC8-803A-FB98-7926C032AE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76249" y="4060578"/>
                <a:ext cx="4413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316BD1F-B22D-19BC-CE7F-452BFC9DACC7}"/>
                  </a:ext>
                </a:extLst>
              </p14:cNvPr>
              <p14:cNvContentPartPr/>
              <p14:nvPr/>
            </p14:nvContentPartPr>
            <p14:xfrm>
              <a:off x="7271169" y="4088298"/>
              <a:ext cx="28080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316BD1F-B22D-19BC-CE7F-452BFC9DACC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35169" y="4016658"/>
                <a:ext cx="3524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F5052AF-4D40-7FB3-25B3-8A5E40CD27F4}"/>
                  </a:ext>
                </a:extLst>
              </p14:cNvPr>
              <p14:cNvContentPartPr/>
              <p14:nvPr/>
            </p14:nvContentPartPr>
            <p14:xfrm>
              <a:off x="1520889" y="6409578"/>
              <a:ext cx="43920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F5052AF-4D40-7FB3-25B3-8A5E40CD27F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84889" y="6337578"/>
                <a:ext cx="5108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BF5068D-FA4B-47AB-CC24-4C735EC15D20}"/>
                  </a:ext>
                </a:extLst>
              </p14:cNvPr>
              <p14:cNvContentPartPr/>
              <p14:nvPr/>
            </p14:nvContentPartPr>
            <p14:xfrm>
              <a:off x="7209609" y="6540978"/>
              <a:ext cx="4215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BF5068D-FA4B-47AB-CC24-4C735EC15D2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73609" y="6469338"/>
                <a:ext cx="49320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724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E23A78-11A7-DA15-5023-AED43B2BFD0F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1">
                  <a:lumMod val="97000"/>
                  <a:lumOff val="3000"/>
                </a:schemeClr>
              </a:gs>
              <a:gs pos="10000">
                <a:schemeClr val="bg1"/>
              </a:gs>
              <a:gs pos="9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txBody>
          <a:bodyPr/>
          <a:lstStyle/>
          <a:p>
            <a:r>
              <a:rPr lang="en-US" b="1" dirty="0"/>
              <a:t>PASSENGER: the fetus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A438F-D1A1-C317-D1B9-67C2D13F2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Describing the fetus in space is according to: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C3DF303-7143-FA84-B54D-071C3E443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Normally, the fetus expresses…</a:t>
            </a:r>
          </a:p>
        </p:txBody>
      </p:sp>
      <p:graphicFrame>
        <p:nvGraphicFramePr>
          <p:cNvPr id="10" name="Content Placeholder 10">
            <a:extLst>
              <a:ext uri="{FF2B5EF4-FFF2-40B4-BE49-F238E27FC236}">
                <a16:creationId xmlns:a16="http://schemas.microsoft.com/office/drawing/2014/main" id="{F1352257-24FA-8C7C-A135-5AA8A5654C5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45440537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BFA55DFE-9146-9D2A-2159-26D0BCCF695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701247095"/>
              </p:ext>
            </p:extLst>
          </p:nvPr>
        </p:nvGraphicFramePr>
        <p:xfrm>
          <a:off x="6172200" y="2505075"/>
          <a:ext cx="5183188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7641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4D58D56-2ECA-0AA5-A4FC-D11616ED7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963" y="0"/>
            <a:ext cx="5671037" cy="685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C0C63FD-2375-7121-1186-62C9F369CEDF}"/>
              </a:ext>
            </a:extLst>
          </p:cNvPr>
          <p:cNvGrpSpPr/>
          <p:nvPr/>
        </p:nvGrpSpPr>
        <p:grpSpPr>
          <a:xfrm>
            <a:off x="0" y="315346"/>
            <a:ext cx="6657127" cy="6514690"/>
            <a:chOff x="0" y="343310"/>
            <a:chExt cx="6657127" cy="65146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F4C6502-38DE-F3C3-1315-44110477E9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057"/>
            <a:stretch/>
          </p:blipFill>
          <p:spPr>
            <a:xfrm>
              <a:off x="0" y="3556207"/>
              <a:ext cx="5641503" cy="330179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0B1E29-E4B2-7A87-9369-E5EAAA445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624" y="343310"/>
              <a:ext cx="5641503" cy="2910912"/>
            </a:xfrm>
            <a:prstGeom prst="rect">
              <a:avLst/>
            </a:prstGeom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25FAE220-CB92-C3A8-D8F9-9A7A8DE03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2700000" cy="509954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US" sz="2900" b="1" dirty="0"/>
              <a:t>The Fetal Skull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93BFE00-AC32-8794-716E-469747F2D00F}"/>
                  </a:ext>
                </a:extLst>
              </p14:cNvPr>
              <p14:cNvContentPartPr/>
              <p14:nvPr/>
            </p14:nvContentPartPr>
            <p14:xfrm>
              <a:off x="640080" y="4042200"/>
              <a:ext cx="779400" cy="28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93BFE00-AC32-8794-716E-469747F2D00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6080" y="3934200"/>
                <a:ext cx="88704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333B3F9-9158-2022-1B2C-E8A85DB03DB4}"/>
                  </a:ext>
                </a:extLst>
              </p14:cNvPr>
              <p14:cNvContentPartPr/>
              <p14:nvPr/>
            </p14:nvContentPartPr>
            <p14:xfrm>
              <a:off x="6858000" y="4221700"/>
              <a:ext cx="1828080" cy="20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333B3F9-9158-2022-1B2C-E8A85DB03DB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04000" y="4113700"/>
                <a:ext cx="1935720" cy="23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1671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7FE24D-2913-4917-861B-9226D5F1E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Denominators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C35AFFD-5696-4124-8CCC-A769DFE5D41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04178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730">
                  <a:extLst>
                    <a:ext uri="{9D8B030D-6E8A-4147-A177-3AD203B41FA5}">
                      <a16:colId xmlns:a16="http://schemas.microsoft.com/office/drawing/2014/main" val="4150293567"/>
                    </a:ext>
                  </a:extLst>
                </a:gridCol>
                <a:gridCol w="1247725">
                  <a:extLst>
                    <a:ext uri="{9D8B030D-6E8A-4147-A177-3AD203B41FA5}">
                      <a16:colId xmlns:a16="http://schemas.microsoft.com/office/drawing/2014/main" val="2560110519"/>
                    </a:ext>
                  </a:extLst>
                </a:gridCol>
                <a:gridCol w="1945343">
                  <a:extLst>
                    <a:ext uri="{9D8B030D-6E8A-4147-A177-3AD203B41FA5}">
                      <a16:colId xmlns:a16="http://schemas.microsoft.com/office/drawing/2014/main" val="233831115"/>
                    </a:ext>
                  </a:extLst>
                </a:gridCol>
                <a:gridCol w="630380">
                  <a:extLst>
                    <a:ext uri="{9D8B030D-6E8A-4147-A177-3AD203B41FA5}">
                      <a16:colId xmlns:a16="http://schemas.microsoft.com/office/drawing/2014/main" val="370033709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Presentation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Denominator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46109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Cephalic 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Vertex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Occiput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6581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Frontal bone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Malpresentation</a:t>
                      </a:r>
                      <a:endParaRPr lang="en-US" sz="2400" dirty="0"/>
                    </a:p>
                  </a:txBody>
                  <a:tcPr vert="vert27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165469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Face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Chin (mentum)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606274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Breech 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Frank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Sacrum 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38558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8009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Footling 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130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Shoulder 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Scapula 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64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Compound 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04549633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F3299FA4-4258-4A68-8F99-23EC3527BC7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30180533"/>
              </p:ext>
            </p:extLst>
          </p:nvPr>
        </p:nvGraphicFramePr>
        <p:xfrm>
          <a:off x="6172201" y="4877652"/>
          <a:ext cx="5181599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6250">
                  <a:extLst>
                    <a:ext uri="{9D8B030D-6E8A-4147-A177-3AD203B41FA5}">
                      <a16:colId xmlns:a16="http://schemas.microsoft.com/office/drawing/2014/main" val="1288534788"/>
                    </a:ext>
                  </a:extLst>
                </a:gridCol>
                <a:gridCol w="1414550">
                  <a:extLst>
                    <a:ext uri="{9D8B030D-6E8A-4147-A177-3AD203B41FA5}">
                      <a16:colId xmlns:a16="http://schemas.microsoft.com/office/drawing/2014/main" val="744068388"/>
                    </a:ext>
                  </a:extLst>
                </a:gridCol>
                <a:gridCol w="2590799">
                  <a:extLst>
                    <a:ext uri="{9D8B030D-6E8A-4147-A177-3AD203B41FA5}">
                      <a16:colId xmlns:a16="http://schemas.microsoft.com/office/drawing/2014/main" val="891478004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/>
                        <a:t>Presentation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77730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Vertex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Malpresentation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458921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i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Position</a:t>
                      </a:r>
                      <a:r>
                        <a:rPr lang="en-US" b="0" i="1" dirty="0"/>
                        <a:t> 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226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OA</a:t>
                      </a:r>
                    </a:p>
                  </a:txBody>
                  <a:tcPr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Malposition </a:t>
                      </a:r>
                    </a:p>
                  </a:txBody>
                  <a:tcPr>
                    <a:solidFill>
                      <a:srgbClr val="E7EAE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713586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8DC51EC-FAAA-9117-07EC-7744201FC1BE}"/>
              </a:ext>
            </a:extLst>
          </p:cNvPr>
          <p:cNvGrpSpPr/>
          <p:nvPr/>
        </p:nvGrpSpPr>
        <p:grpSpPr>
          <a:xfrm>
            <a:off x="6693477" y="591715"/>
            <a:ext cx="4139046" cy="3743743"/>
            <a:chOff x="6693477" y="1027906"/>
            <a:chExt cx="4139046" cy="37437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7738D5F-9629-4B3A-A05A-F78142B2B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93477" y="1027906"/>
              <a:ext cx="4139046" cy="3743743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193A8F3-2197-22B1-99A4-AF296173A659}"/>
                    </a:ext>
                  </a:extLst>
                </p14:cNvPr>
                <p14:cNvContentPartPr/>
                <p14:nvPr/>
              </p14:nvContentPartPr>
              <p14:xfrm>
                <a:off x="8925417" y="2046850"/>
                <a:ext cx="1080000" cy="621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193A8F3-2197-22B1-99A4-AF296173A65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62417" y="1983850"/>
                  <a:ext cx="120564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3091E43-2C12-F159-1877-F61ED7BF3B1F}"/>
                    </a:ext>
                  </a:extLst>
                </p14:cNvPr>
                <p14:cNvContentPartPr/>
                <p14:nvPr/>
              </p14:nvContentPartPr>
              <p14:xfrm>
                <a:off x="7990137" y="2146570"/>
                <a:ext cx="806400" cy="726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3091E43-2C12-F159-1877-F61ED7BF3B1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27137" y="2083570"/>
                  <a:ext cx="932040" cy="8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F1A56B5-8AE5-1BD7-3CC4-AC9B99F1E855}"/>
                    </a:ext>
                  </a:extLst>
                </p14:cNvPr>
                <p14:cNvContentPartPr/>
                <p14:nvPr/>
              </p14:nvContentPartPr>
              <p14:xfrm>
                <a:off x="9708417" y="2812570"/>
                <a:ext cx="439920" cy="943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F1A56B5-8AE5-1BD7-3CC4-AC9B99F1E85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645417" y="2749570"/>
                  <a:ext cx="565560" cy="10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A0B0AF7-F17B-B312-FAAF-83136643DE3A}"/>
                    </a:ext>
                  </a:extLst>
                </p14:cNvPr>
                <p14:cNvContentPartPr/>
                <p14:nvPr/>
              </p14:nvContentPartPr>
              <p14:xfrm>
                <a:off x="7890057" y="3011290"/>
                <a:ext cx="447840" cy="975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A0B0AF7-F17B-B312-FAAF-83136643DE3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27057" y="2948290"/>
                  <a:ext cx="573480" cy="1100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6869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4867-F078-C806-8390-CA8F2B224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88DCE-7111-9E0C-EC46-A0303976A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9C289A-CE97-FF72-907E-31D2B5B74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619" y="0"/>
            <a:ext cx="94167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07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00109-7878-52F0-DED4-5FB30D9B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Position of the presenting part</a:t>
            </a:r>
            <a:br>
              <a:rPr lang="en-US" dirty="0"/>
            </a:br>
            <a:r>
              <a:rPr lang="en-US" sz="3100" dirty="0"/>
              <a:t>(the denominator in relation to the maternal pelvis, </a:t>
            </a:r>
            <a:r>
              <a:rPr lang="en-US" sz="2700" dirty="0"/>
              <a:t>here seen from below</a:t>
            </a:r>
            <a:r>
              <a:rPr lang="en-US" sz="3100" dirty="0"/>
              <a:t>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9475C-7821-E7A8-3776-A848EDCDA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8">
            <a:extLst>
              <a:ext uri="{FF2B5EF4-FFF2-40B4-BE49-F238E27FC236}">
                <a16:creationId xmlns:a16="http://schemas.microsoft.com/office/drawing/2014/main" id="{540C8320-E6D5-9AE0-BA92-936522C808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3465" y="1825625"/>
          <a:ext cx="5985070" cy="5026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E712E4CB-88A9-F0A8-1D00-7EBDA63366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6446545"/>
              </p:ext>
            </p:extLst>
          </p:nvPr>
        </p:nvGraphicFramePr>
        <p:xfrm>
          <a:off x="5463340" y="3811064"/>
          <a:ext cx="1260000" cy="10372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30000">
                  <a:extLst>
                    <a:ext uri="{9D8B030D-6E8A-4147-A177-3AD203B41FA5}">
                      <a16:colId xmlns:a16="http://schemas.microsoft.com/office/drawing/2014/main" val="853749539"/>
                    </a:ext>
                  </a:extLst>
                </a:gridCol>
                <a:gridCol w="630000">
                  <a:extLst>
                    <a:ext uri="{9D8B030D-6E8A-4147-A177-3AD203B41FA5}">
                      <a16:colId xmlns:a16="http://schemas.microsoft.com/office/drawing/2014/main" val="1076112830"/>
                    </a:ext>
                  </a:extLst>
                </a:gridCol>
              </a:tblGrid>
              <a:tr h="207451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/>
                        <a:t>Vertex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 err="1"/>
                        <a:t>occipito</a:t>
                      </a:r>
                      <a:endParaRPr lang="en-US" sz="1200" b="1" i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88448928"/>
                  </a:ext>
                </a:extLst>
              </a:tr>
              <a:tr h="207451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/>
                        <a:t>Brow 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 err="1"/>
                        <a:t>fronto</a:t>
                      </a:r>
                      <a:endParaRPr lang="en-US" sz="1200" b="1" i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09804476"/>
                  </a:ext>
                </a:extLst>
              </a:tr>
              <a:tr h="207451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/>
                        <a:t>Face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/>
                        <a:t>mento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77863807"/>
                  </a:ext>
                </a:extLst>
              </a:tr>
              <a:tr h="207451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/>
                        <a:t>Breech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 err="1"/>
                        <a:t>sacro</a:t>
                      </a:r>
                      <a:endParaRPr lang="en-US" sz="1200" b="1" i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58331058"/>
                  </a:ext>
                </a:extLst>
              </a:tr>
              <a:tr h="207451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1" dirty="0"/>
                        <a:t>Shoulder 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 err="1"/>
                        <a:t>scapulo</a:t>
                      </a:r>
                      <a:endParaRPr lang="en-US" sz="1200" b="1" i="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61473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464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F56179B-8250-9EFF-71D5-015D01838599}"/>
              </a:ext>
            </a:extLst>
          </p:cNvPr>
          <p:cNvGrpSpPr>
            <a:grpSpLocks noChangeAspect="1"/>
          </p:cNvGrpSpPr>
          <p:nvPr/>
        </p:nvGrpSpPr>
        <p:grpSpPr>
          <a:xfrm>
            <a:off x="8842479" y="1730397"/>
            <a:ext cx="2942590" cy="2432499"/>
            <a:chOff x="5249303" y="2726190"/>
            <a:chExt cx="1693394" cy="139984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792F09A-AC5F-BF57-799E-0249C22C3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49303" y="2731961"/>
              <a:ext cx="1693394" cy="1394077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C2761B-E96B-25A3-80DB-20AC4C0627DD}"/>
                </a:ext>
              </a:extLst>
            </p:cNvPr>
            <p:cNvSpPr/>
            <p:nvPr/>
          </p:nvSpPr>
          <p:spPr>
            <a:xfrm>
              <a:off x="5916239" y="2726190"/>
              <a:ext cx="397689" cy="1744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25D5444-2DE3-7BF3-7104-0A1CAD065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548" y="4297833"/>
            <a:ext cx="3756452" cy="256016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E23A78-11A7-DA15-5023-AED43B2B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gradFill flip="none" rotWithShape="1">
            <a:gsLst>
              <a:gs pos="0">
                <a:schemeClr val="accent1">
                  <a:lumMod val="97000"/>
                  <a:lumOff val="3000"/>
                </a:schemeClr>
              </a:gs>
              <a:gs pos="10000">
                <a:schemeClr val="bg1"/>
              </a:gs>
              <a:gs pos="9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txBody>
          <a:bodyPr/>
          <a:lstStyle/>
          <a:p>
            <a:r>
              <a:rPr lang="en-US" b="1" dirty="0"/>
              <a:t>POWERS: uterine action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93E42-4BFF-F231-E860-C85213E30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042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❶</a:t>
            </a:r>
            <a:r>
              <a:rPr lang="en-US" sz="2400" b="1" dirty="0"/>
              <a:t> Uterine contractions</a:t>
            </a:r>
          </a:p>
          <a:p>
            <a:r>
              <a:rPr lang="en-US" sz="2400" dirty="0"/>
              <a:t>Muscle contraction and retraction.</a:t>
            </a:r>
          </a:p>
          <a:p>
            <a:pPr lvl="1"/>
            <a:r>
              <a:rPr lang="en-US" sz="2000" dirty="0"/>
              <a:t>The uterine capacity is thus progressively reduced and the thickness of the uterine wall increased. </a:t>
            </a:r>
          </a:p>
          <a:p>
            <a:r>
              <a:rPr lang="en-US" sz="2400" dirty="0"/>
              <a:t>Each contraction is initiated at the right cornu, and spreads over the uterus.</a:t>
            </a:r>
          </a:p>
          <a:p>
            <a:r>
              <a:rPr lang="en-US" sz="2400" dirty="0"/>
              <a:t>The contractions show a gradient pattern, with </a:t>
            </a:r>
            <a:r>
              <a:rPr lang="en-US" sz="2400" i="1" dirty="0"/>
              <a:t>fundal dominance </a:t>
            </a:r>
            <a:r>
              <a:rPr lang="en-US" sz="2400" dirty="0"/>
              <a:t>and the lower uterine segment least active. This is the normal uterine polarity.</a:t>
            </a:r>
          </a:p>
          <a:p>
            <a:r>
              <a:rPr lang="en-US" sz="2400" i="1" dirty="0"/>
              <a:t>As labor progresses the contractions increase in frequency, strength and duration.</a:t>
            </a:r>
          </a:p>
        </p:txBody>
      </p:sp>
    </p:spTree>
    <p:extLst>
      <p:ext uri="{BB962C8B-B14F-4D97-AF65-F5344CB8AC3E}">
        <p14:creationId xmlns:p14="http://schemas.microsoft.com/office/powerpoint/2010/main" val="1513603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E45111-6310-A0BE-4F9F-59FBF97CD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555" y="1825625"/>
            <a:ext cx="5074685" cy="1441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C7E2D9-D8E7-B479-530E-8ADCB35C4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555" y="3539302"/>
            <a:ext cx="5074685" cy="1441579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03CD22D5-F932-ACBA-695B-BACFD3608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latin typeface="+mn-lt"/>
              </a:rPr>
              <a:t>Progressive retraction of the upper segment muscle stretches and thins the lower segment and cause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❷</a:t>
            </a:r>
            <a:r>
              <a:rPr lang="en-US" sz="2800" b="1" dirty="0">
                <a:latin typeface="+mn-lt"/>
              </a:rPr>
              <a:t> Cervical changes:</a:t>
            </a:r>
            <a:endParaRPr lang="en-US" sz="2800" dirty="0">
              <a:latin typeface="+mn-lt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05C2E42F-15C6-9506-59B1-53D0CF341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800" b="1" i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800" b="1" i="1" dirty="0">
                <a:solidFill>
                  <a:schemeClr val="accent1"/>
                </a:solidFill>
              </a:rPr>
              <a:t>1. Effacement</a:t>
            </a:r>
          </a:p>
          <a:p>
            <a:pPr marL="0" indent="0">
              <a:buNone/>
            </a:pPr>
            <a:endParaRPr lang="en-US" sz="2800" b="1" i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800" b="1" i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800" b="1" i="1" dirty="0">
                <a:solidFill>
                  <a:schemeClr val="accent1"/>
                </a:solidFill>
              </a:rPr>
              <a:t>2. Dilatation</a:t>
            </a:r>
            <a:r>
              <a:rPr lang="en-US" sz="2800" i="1" dirty="0"/>
              <a:t> 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sz="2800" i="1" dirty="0"/>
          </a:p>
          <a:p>
            <a:r>
              <a:rPr lang="en-US" sz="2800" i="1" dirty="0"/>
              <a:t>Effacement is most striking in nulliparous women. </a:t>
            </a:r>
          </a:p>
          <a:p>
            <a:r>
              <a:rPr lang="en-US" sz="2800" i="1" dirty="0"/>
              <a:t>In multiparas, dilatation &amp; effacement usually occur together.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906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E3957-9D38-4ACB-169D-1D943E01F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Cervical changes loosen the membranes from the region of the internal </a:t>
            </a:r>
            <a:r>
              <a:rPr lang="en-US" dirty="0" err="1"/>
              <a:t>os</a:t>
            </a:r>
            <a:r>
              <a:rPr lang="en-US" dirty="0"/>
              <a:t> (with slight bleeding) and sets free the mucus plug. This constitutes the “show” and allows the formation of forewaters (the amniotic sac pushing against the cervix).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1BE0A5-882C-EC69-D074-FC3C5D51D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535" y="4128237"/>
            <a:ext cx="7718929" cy="2630013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88A64FCA-794D-8A3E-C8DB-D40F0CF7B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“Show” and formation of forewaters </a:t>
            </a:r>
          </a:p>
        </p:txBody>
      </p:sp>
    </p:spTree>
    <p:extLst>
      <p:ext uri="{BB962C8B-B14F-4D97-AF65-F5344CB8AC3E}">
        <p14:creationId xmlns:p14="http://schemas.microsoft.com/office/powerpoint/2010/main" val="3833543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BD0401-95FE-E030-03B3-60505A24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 &amp; STAGES OF LABOR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530D60-6295-A319-1C88-EF22459CF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41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6E07-3A3A-28DF-5B26-56DBCB789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MECHANISM OF LABOR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D0FEF3-ABC1-FF1A-1506-9C518A5E87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64453" y="1684713"/>
            <a:ext cx="3737896" cy="5042125"/>
          </a:xfrm>
          <a:prstGeom prst="rect">
            <a:avLst/>
          </a:prstGeom>
        </p:spPr>
      </p:pic>
      <p:pic>
        <p:nvPicPr>
          <p:cNvPr id="6" name="Picture 5">
            <a:hlinkClick r:id="rId3"/>
            <a:extLst>
              <a:ext uri="{FF2B5EF4-FFF2-40B4-BE49-F238E27FC236}">
                <a16:creationId xmlns:a16="http://schemas.microsoft.com/office/drawing/2014/main" id="{538F5E05-A5D9-F8C0-C881-D39B88CDE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287" y="1"/>
            <a:ext cx="1684712" cy="168471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F569D-2809-AF31-CE08-27F9E2334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615904" cy="46672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cap="all" dirty="0"/>
              <a:t>Cardinal movements</a:t>
            </a:r>
          </a:p>
          <a:p>
            <a:pPr marL="0" indent="0">
              <a:buNone/>
            </a:pPr>
            <a:r>
              <a:rPr lang="en-US" dirty="0"/>
              <a:t>A series of movements that the fetus makes as it passes through the birth canal. </a:t>
            </a:r>
          </a:p>
          <a:p>
            <a:pPr marL="288000" indent="-288000">
              <a:buFont typeface="+mj-lt"/>
              <a:buAutoNum type="arabicPeriod"/>
            </a:pPr>
            <a:r>
              <a:rPr lang="en-US" b="1" dirty="0"/>
              <a:t>Engagement</a:t>
            </a:r>
            <a:r>
              <a:rPr lang="en-US" dirty="0"/>
              <a:t> of the presenting part (usually the head) into the maternal pelvic inlet.</a:t>
            </a:r>
          </a:p>
          <a:p>
            <a:pPr marL="288000" indent="-288000">
              <a:buFont typeface="+mj-lt"/>
              <a:buAutoNum type="arabicPeriod"/>
            </a:pPr>
            <a:r>
              <a:rPr lang="en-US" b="1" dirty="0"/>
              <a:t>Descent</a:t>
            </a:r>
            <a:r>
              <a:rPr lang="en-US" dirty="0"/>
              <a:t> of the fetus down the birth canal.</a:t>
            </a:r>
          </a:p>
          <a:p>
            <a:pPr marL="288000" indent="-288000">
              <a:buFont typeface="+mj-lt"/>
              <a:buAutoNum type="arabicPeriod"/>
            </a:pPr>
            <a:r>
              <a:rPr lang="en-US" b="1" dirty="0"/>
              <a:t>Increased flexion </a:t>
            </a:r>
            <a:r>
              <a:rPr lang="en-US" dirty="0"/>
              <a:t>of the head, bringing the chin to the chest.</a:t>
            </a:r>
          </a:p>
          <a:p>
            <a:pPr marL="288000" indent="-288000">
              <a:buFont typeface="+mj-lt"/>
              <a:buAutoNum type="arabicPeriod"/>
            </a:pPr>
            <a:r>
              <a:rPr lang="en-US" b="1" dirty="0"/>
              <a:t>Internal rotation </a:t>
            </a:r>
            <a:r>
              <a:rPr lang="en-US" dirty="0"/>
              <a:t>of the head, so the occiput (the back of the head) is at the mother's pubis.</a:t>
            </a:r>
          </a:p>
          <a:p>
            <a:pPr marL="288000" indent="-288000">
              <a:buFont typeface="+mj-lt"/>
              <a:buAutoNum type="arabicPeriod"/>
            </a:pPr>
            <a:r>
              <a:rPr lang="en-US" b="1" dirty="0"/>
              <a:t>Extension</a:t>
            </a:r>
            <a:r>
              <a:rPr lang="en-US" dirty="0"/>
              <a:t> of the head, pushing the occiput out first.</a:t>
            </a:r>
          </a:p>
          <a:p>
            <a:pPr marL="288000" indent="-288000">
              <a:buFont typeface="+mj-lt"/>
              <a:buAutoNum type="arabicPeriod"/>
            </a:pPr>
            <a:r>
              <a:rPr lang="en-US" b="1" dirty="0"/>
              <a:t>Restitution:</a:t>
            </a:r>
            <a:r>
              <a:rPr lang="en-US" dirty="0"/>
              <a:t> The head rotates back to its original position, so the face is at the mother's thigh.</a:t>
            </a:r>
          </a:p>
          <a:p>
            <a:pPr marL="288000" indent="-288000">
              <a:buFont typeface="+mj-lt"/>
              <a:buAutoNum type="arabicPeriod"/>
            </a:pPr>
            <a:r>
              <a:rPr lang="en-US" b="1" dirty="0"/>
              <a:t>External rotation </a:t>
            </a:r>
            <a:r>
              <a:rPr lang="en-US" dirty="0"/>
              <a:t>of the head, so that the shoulders are aligned with the mother's pelvis.</a:t>
            </a:r>
          </a:p>
          <a:p>
            <a:pPr marL="288000" indent="-288000">
              <a:buFont typeface="+mj-lt"/>
              <a:buAutoNum type="arabicPeriod"/>
            </a:pPr>
            <a:r>
              <a:rPr lang="en-US" b="1" dirty="0"/>
              <a:t>Delivery of the shoulders </a:t>
            </a:r>
            <a:r>
              <a:rPr lang="en-US" dirty="0"/>
              <a:t>and </a:t>
            </a:r>
            <a:r>
              <a:rPr lang="en-US" b="1" dirty="0"/>
              <a:t>Expulsion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1529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5A541D-307B-137F-19F3-54E5B6FD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B9FE6789-2C2A-9AC3-5143-66B67FE3B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5664059"/>
              </p:ext>
            </p:extLst>
          </p:nvPr>
        </p:nvGraphicFramePr>
        <p:xfrm>
          <a:off x="204720" y="1273829"/>
          <a:ext cx="2281517" cy="21336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318246">
                  <a:extLst>
                    <a:ext uri="{9D8B030D-6E8A-4147-A177-3AD203B41FA5}">
                      <a16:colId xmlns:a16="http://schemas.microsoft.com/office/drawing/2014/main" val="2558359605"/>
                    </a:ext>
                  </a:extLst>
                </a:gridCol>
                <a:gridCol w="1963271">
                  <a:extLst>
                    <a:ext uri="{9D8B030D-6E8A-4147-A177-3AD203B41FA5}">
                      <a16:colId xmlns:a16="http://schemas.microsoft.com/office/drawing/2014/main" val="363781360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Engagement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4412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Increased flexion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40878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Internal rotation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757054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Extension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55921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Restitution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23639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External rotation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070284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Shoulders &amp; Expulsion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422251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EDED8-3E4F-716D-5957-D3715915A5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0132D6-0F21-1989-1002-0D1F172E8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598" y="0"/>
            <a:ext cx="95594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32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5A541D-307B-137F-19F3-54E5B6FD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BF246E97-2C10-7BAD-C2C9-53234C68BD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41093"/>
            <a:ext cx="2667600" cy="392040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88E215D-E3CA-3CE3-6397-0DFDC45613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536141" y="2563732"/>
            <a:ext cx="6817659" cy="287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331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84E72-52ED-45A5-956D-70ECFCFD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DIAGNOSIS OF LABOR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3419A-91FB-452A-A479-049EDDEC7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Regular uterine contractions </a:t>
            </a:r>
          </a:p>
          <a:p>
            <a:pPr lvl="1"/>
            <a:r>
              <a:rPr lang="en-US" dirty="0"/>
              <a:t>Frequency: 3–5 in 10 minutes</a:t>
            </a:r>
          </a:p>
          <a:p>
            <a:pPr lvl="1"/>
            <a:r>
              <a:rPr lang="en-US" dirty="0"/>
              <a:t>Duration: each lasting 40–60 seconds</a:t>
            </a:r>
          </a:p>
          <a:p>
            <a:pPr lvl="1"/>
            <a:r>
              <a:rPr lang="en-US" dirty="0"/>
              <a:t>Amplitude: </a:t>
            </a:r>
          </a:p>
          <a:p>
            <a:r>
              <a:rPr lang="en-US" b="1" dirty="0"/>
              <a:t>“Show” </a:t>
            </a:r>
            <a:r>
              <a:rPr lang="en-US" dirty="0"/>
              <a:t>from separation of the membranes at the </a:t>
            </a:r>
            <a:br>
              <a:rPr lang="en-US" dirty="0"/>
            </a:br>
            <a:r>
              <a:rPr lang="en-US" dirty="0"/>
              <a:t>lower pole causing bleeding which mixes with the </a:t>
            </a:r>
            <a:br>
              <a:rPr lang="en-US" dirty="0"/>
            </a:br>
            <a:r>
              <a:rPr lang="en-US" dirty="0"/>
              <a:t>cervical mucus plug.</a:t>
            </a:r>
          </a:p>
          <a:p>
            <a:r>
              <a:rPr lang="en-US" b="1" dirty="0"/>
              <a:t>Dilatation of the cervix </a:t>
            </a:r>
            <a:r>
              <a:rPr lang="en-US" dirty="0"/>
              <a:t>+ formation of forewaters.</a:t>
            </a:r>
          </a:p>
          <a:p>
            <a:pPr lvl="1"/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5948A70-D543-4957-9095-675BDC234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45072"/>
              </p:ext>
            </p:extLst>
          </p:nvPr>
        </p:nvGraphicFramePr>
        <p:xfrm>
          <a:off x="6700055" y="73025"/>
          <a:ext cx="5389722" cy="2123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1984320937"/>
                    </a:ext>
                  </a:extLst>
                </a:gridCol>
                <a:gridCol w="1344861">
                  <a:extLst>
                    <a:ext uri="{9D8B030D-6E8A-4147-A177-3AD203B41FA5}">
                      <a16:colId xmlns:a16="http://schemas.microsoft.com/office/drawing/2014/main" val="4000463852"/>
                    </a:ext>
                  </a:extLst>
                </a:gridCol>
                <a:gridCol w="1344861">
                  <a:extLst>
                    <a:ext uri="{9D8B030D-6E8A-4147-A177-3AD203B41FA5}">
                      <a16:colId xmlns:a16="http://schemas.microsoft.com/office/drawing/2014/main" val="101686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labor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labor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068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Regular contractions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97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“Show”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9740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Progressive dilation &amp; effacement of the cervix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8161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Response to analgesia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00096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9EF0658-7B7E-4000-9312-A93C4C4CD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719" y="2979890"/>
            <a:ext cx="3285058" cy="380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94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6E07-3A3A-28DF-5B26-56DBCB789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STAGES OF LABOR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F569D-2809-AF31-CE08-27F9E2334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Labor is divided into </a:t>
            </a:r>
            <a:r>
              <a:rPr lang="en-US" b="1" dirty="0"/>
              <a:t>3 stages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(maximum of traditional durations provided)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2B754EAE-D038-AEAF-403B-9BE4A8959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99825"/>
              </p:ext>
            </p:extLst>
          </p:nvPr>
        </p:nvGraphicFramePr>
        <p:xfrm>
          <a:off x="1203386" y="3311346"/>
          <a:ext cx="9785228" cy="2121928"/>
        </p:xfrm>
        <a:graphic>
          <a:graphicData uri="http://schemas.openxmlformats.org/drawingml/2006/table">
            <a:tbl>
              <a:tblPr lastRow="1" bandRow="1">
                <a:tableStyleId>{5C22544A-7EE6-4342-B048-85BDC9FD1C3A}</a:tableStyleId>
              </a:tblPr>
              <a:tblGrid>
                <a:gridCol w="584564">
                  <a:extLst>
                    <a:ext uri="{9D8B030D-6E8A-4147-A177-3AD203B41FA5}">
                      <a16:colId xmlns:a16="http://schemas.microsoft.com/office/drawing/2014/main" val="1348790675"/>
                    </a:ext>
                  </a:extLst>
                </a:gridCol>
                <a:gridCol w="584564">
                  <a:extLst>
                    <a:ext uri="{9D8B030D-6E8A-4147-A177-3AD203B41FA5}">
                      <a16:colId xmlns:a16="http://schemas.microsoft.com/office/drawing/2014/main" val="4196853367"/>
                    </a:ext>
                  </a:extLst>
                </a:gridCol>
                <a:gridCol w="1169128">
                  <a:extLst>
                    <a:ext uri="{9D8B030D-6E8A-4147-A177-3AD203B41FA5}">
                      <a16:colId xmlns:a16="http://schemas.microsoft.com/office/drawing/2014/main" val="3472401925"/>
                    </a:ext>
                  </a:extLst>
                </a:gridCol>
                <a:gridCol w="584564">
                  <a:extLst>
                    <a:ext uri="{9D8B030D-6E8A-4147-A177-3AD203B41FA5}">
                      <a16:colId xmlns:a16="http://schemas.microsoft.com/office/drawing/2014/main" val="1816040384"/>
                    </a:ext>
                  </a:extLst>
                </a:gridCol>
                <a:gridCol w="584564">
                  <a:extLst>
                    <a:ext uri="{9D8B030D-6E8A-4147-A177-3AD203B41FA5}">
                      <a16:colId xmlns:a16="http://schemas.microsoft.com/office/drawing/2014/main" val="4047718533"/>
                    </a:ext>
                  </a:extLst>
                </a:gridCol>
                <a:gridCol w="1169128">
                  <a:extLst>
                    <a:ext uri="{9D8B030D-6E8A-4147-A177-3AD203B41FA5}">
                      <a16:colId xmlns:a16="http://schemas.microsoft.com/office/drawing/2014/main" val="4122015764"/>
                    </a:ext>
                  </a:extLst>
                </a:gridCol>
                <a:gridCol w="584564">
                  <a:extLst>
                    <a:ext uri="{9D8B030D-6E8A-4147-A177-3AD203B41FA5}">
                      <a16:colId xmlns:a16="http://schemas.microsoft.com/office/drawing/2014/main" val="1406235130"/>
                    </a:ext>
                  </a:extLst>
                </a:gridCol>
                <a:gridCol w="584564">
                  <a:extLst>
                    <a:ext uri="{9D8B030D-6E8A-4147-A177-3AD203B41FA5}">
                      <a16:colId xmlns:a16="http://schemas.microsoft.com/office/drawing/2014/main" val="2685698495"/>
                    </a:ext>
                  </a:extLst>
                </a:gridCol>
                <a:gridCol w="1169128">
                  <a:extLst>
                    <a:ext uri="{9D8B030D-6E8A-4147-A177-3AD203B41FA5}">
                      <a16:colId xmlns:a16="http://schemas.microsoft.com/office/drawing/2014/main" val="3878194698"/>
                    </a:ext>
                  </a:extLst>
                </a:gridCol>
                <a:gridCol w="584564">
                  <a:extLst>
                    <a:ext uri="{9D8B030D-6E8A-4147-A177-3AD203B41FA5}">
                      <a16:colId xmlns:a16="http://schemas.microsoft.com/office/drawing/2014/main" val="3027233597"/>
                    </a:ext>
                  </a:extLst>
                </a:gridCol>
                <a:gridCol w="584564">
                  <a:extLst>
                    <a:ext uri="{9D8B030D-6E8A-4147-A177-3AD203B41FA5}">
                      <a16:colId xmlns:a16="http://schemas.microsoft.com/office/drawing/2014/main" val="4259548866"/>
                    </a:ext>
                  </a:extLst>
                </a:gridCol>
                <a:gridCol w="507835">
                  <a:extLst>
                    <a:ext uri="{9D8B030D-6E8A-4147-A177-3AD203B41FA5}">
                      <a16:colId xmlns:a16="http://schemas.microsoft.com/office/drawing/2014/main" val="1737723996"/>
                    </a:ext>
                  </a:extLst>
                </a:gridCol>
                <a:gridCol w="554476">
                  <a:extLst>
                    <a:ext uri="{9D8B030D-6E8A-4147-A177-3AD203B41FA5}">
                      <a16:colId xmlns:a16="http://schemas.microsoft.com/office/drawing/2014/main" val="3225490480"/>
                    </a:ext>
                  </a:extLst>
                </a:gridCol>
                <a:gridCol w="539021">
                  <a:extLst>
                    <a:ext uri="{9D8B030D-6E8A-4147-A177-3AD203B41FA5}">
                      <a16:colId xmlns:a16="http://schemas.microsoft.com/office/drawing/2014/main" val="298795438"/>
                    </a:ext>
                  </a:extLst>
                </a:gridCol>
              </a:tblGrid>
              <a:tr h="756164">
                <a:tc rowSpan="2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mpd="sng">
                      <a:noFill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spc="0" baseline="0" dirty="0"/>
                        <a:t>NP </a:t>
                      </a:r>
                      <a:r>
                        <a:rPr lang="en-US" sz="1600" b="0" i="0" spc="0" baseline="0" dirty="0"/>
                        <a:t>12-16 h; </a:t>
                      </a:r>
                      <a:r>
                        <a:rPr lang="en-US" sz="1600" b="1" i="0" spc="0" baseline="0" dirty="0"/>
                        <a:t>MP </a:t>
                      </a:r>
                      <a:r>
                        <a:rPr lang="en-US" sz="1600" b="0" i="0" spc="0" baseline="0" dirty="0"/>
                        <a:t>6-8 h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spc="0" baseline="0" dirty="0"/>
                        <a:t>NP </a:t>
                      </a:r>
                      <a:r>
                        <a:rPr lang="en-US" sz="1600" b="0" i="0" spc="0" baseline="0" dirty="0"/>
                        <a:t>1-2 h;</a:t>
                      </a:r>
                      <a:r>
                        <a:rPr lang="en-US" sz="1600" b="1" i="0" spc="0" baseline="0" dirty="0"/>
                        <a:t> MP </a:t>
                      </a:r>
                      <a:r>
                        <a:rPr lang="en-US" sz="1600" b="0" i="0" spc="0" baseline="0" dirty="0"/>
                        <a:t>½-1 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i="0" spc="0" baseline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spc="0" baseline="0" dirty="0"/>
                        <a:t>+1 h if epidural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mpd="sng">
                      <a:noFill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spc="-50" dirty="0"/>
                        <a:t>&lt; ½ h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mpd="sng">
                      <a:noFill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02979"/>
                  </a:ext>
                </a:extLst>
              </a:tr>
              <a:tr h="756164">
                <a:tc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spc="0" baseline="0" dirty="0"/>
                        <a:t>NP </a:t>
                      </a:r>
                      <a:r>
                        <a:rPr lang="en-US" sz="1600" b="0" i="0" spc="0" baseline="0" dirty="0"/>
                        <a:t>8 h; </a:t>
                      </a:r>
                      <a:r>
                        <a:rPr lang="en-US" sz="1600" b="1" i="0" spc="0" baseline="0" dirty="0"/>
                        <a:t>MP </a:t>
                      </a:r>
                      <a:r>
                        <a:rPr lang="en-US" sz="1600" b="0" i="0" spc="0" baseline="0" dirty="0"/>
                        <a:t>4 h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spc="0" baseline="0" dirty="0"/>
                        <a:t>NP </a:t>
                      </a:r>
                      <a:r>
                        <a:rPr lang="en-US" sz="1600" b="0" i="0" spc="0" baseline="0" dirty="0"/>
                        <a:t>4-8 h;</a:t>
                      </a:r>
                      <a:r>
                        <a:rPr lang="en-US" sz="1600" b="1" i="0" spc="0" baseline="0" dirty="0"/>
                        <a:t> MP </a:t>
                      </a:r>
                      <a:r>
                        <a:rPr lang="en-US" sz="1600" b="0" i="0" spc="0" baseline="0" dirty="0"/>
                        <a:t>2-4 h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70733"/>
                  </a:ext>
                </a:extLst>
              </a:tr>
              <a:tr h="25908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Start of true labor pains</a:t>
                      </a: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38100" cmpd="sng">
                      <a:noFill/>
                    </a:lnL>
                    <a:lnR w="381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4-6 cm dilated</a:t>
                      </a: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Full cervical dilatation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Delivery of </a:t>
                      </a:r>
                      <a:r>
                        <a:rPr lang="en-US" sz="1400" i="1" dirty="0"/>
                        <a:t>baby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Delivery of </a:t>
                      </a:r>
                      <a:r>
                        <a:rPr lang="en-US" sz="1400" i="1" dirty="0"/>
                        <a:t>placenta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896785"/>
                  </a:ext>
                </a:extLst>
              </a:tr>
              <a:tr h="2590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26771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2809E62E-ED4C-9FD2-3FA0-357EF7230A2C}"/>
              </a:ext>
            </a:extLst>
          </p:cNvPr>
          <p:cNvGrpSpPr/>
          <p:nvPr/>
        </p:nvGrpSpPr>
        <p:grpSpPr>
          <a:xfrm>
            <a:off x="1797873" y="3494732"/>
            <a:ext cx="8632266" cy="1212946"/>
            <a:chOff x="1423439" y="2719228"/>
            <a:chExt cx="8632266" cy="1212946"/>
          </a:xfrm>
        </p:grpSpPr>
        <p:sp>
          <p:nvSpPr>
            <p:cNvPr id="13" name="Arrow: Left-Right 12">
              <a:extLst>
                <a:ext uri="{FF2B5EF4-FFF2-40B4-BE49-F238E27FC236}">
                  <a16:creationId xmlns:a16="http://schemas.microsoft.com/office/drawing/2014/main" id="{04DC76E3-29C2-F29A-65F6-684D471788E2}"/>
                </a:ext>
              </a:extLst>
            </p:cNvPr>
            <p:cNvSpPr/>
            <p:nvPr/>
          </p:nvSpPr>
          <p:spPr>
            <a:xfrm>
              <a:off x="1423439" y="3464174"/>
              <a:ext cx="2321394" cy="46800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i="1" spc="300" dirty="0"/>
                <a:t>Latent phase</a:t>
              </a:r>
            </a:p>
          </p:txBody>
        </p:sp>
        <p:sp>
          <p:nvSpPr>
            <p:cNvPr id="14" name="Arrow: Left-Right 13">
              <a:extLst>
                <a:ext uri="{FF2B5EF4-FFF2-40B4-BE49-F238E27FC236}">
                  <a16:creationId xmlns:a16="http://schemas.microsoft.com/office/drawing/2014/main" id="{6D62B299-7DC4-3A8A-DD0B-301B9C96E64B}"/>
                </a:ext>
              </a:extLst>
            </p:cNvPr>
            <p:cNvSpPr/>
            <p:nvPr/>
          </p:nvSpPr>
          <p:spPr>
            <a:xfrm>
              <a:off x="3752075" y="3463769"/>
              <a:ext cx="2314843" cy="46800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i="1" spc="300" dirty="0"/>
                <a:t>Active phase</a:t>
              </a:r>
            </a:p>
          </p:txBody>
        </p:sp>
        <p:sp>
          <p:nvSpPr>
            <p:cNvPr id="15" name="Arrow: Left-Right 14">
              <a:extLst>
                <a:ext uri="{FF2B5EF4-FFF2-40B4-BE49-F238E27FC236}">
                  <a16:creationId xmlns:a16="http://schemas.microsoft.com/office/drawing/2014/main" id="{4FC29133-6512-F2DA-A2F3-F5922D0178A1}"/>
                </a:ext>
              </a:extLst>
            </p:cNvPr>
            <p:cNvSpPr/>
            <p:nvPr/>
          </p:nvSpPr>
          <p:spPr>
            <a:xfrm>
              <a:off x="6102552" y="2719228"/>
              <a:ext cx="2307377" cy="46800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i="1" spc="200" dirty="0">
                  <a:latin typeface="Aptos Narrow" panose="020B0004020202020204" pitchFamily="34" charset="0"/>
                </a:rPr>
                <a:t>SECOND STAGE</a:t>
              </a:r>
            </a:p>
          </p:txBody>
        </p:sp>
        <p:sp>
          <p:nvSpPr>
            <p:cNvPr id="16" name="Arrow: Left-Right 15">
              <a:extLst>
                <a:ext uri="{FF2B5EF4-FFF2-40B4-BE49-F238E27FC236}">
                  <a16:creationId xmlns:a16="http://schemas.microsoft.com/office/drawing/2014/main" id="{CD26931F-98EC-EB89-A39F-9D0D6DEDC14D}"/>
                </a:ext>
              </a:extLst>
            </p:cNvPr>
            <p:cNvSpPr/>
            <p:nvPr/>
          </p:nvSpPr>
          <p:spPr>
            <a:xfrm>
              <a:off x="8442689" y="2719228"/>
              <a:ext cx="1613016" cy="46800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i="1" spc="-50" dirty="0">
                  <a:latin typeface="Aptos Narrow" panose="020B0004020202020204" pitchFamily="34" charset="0"/>
                </a:rPr>
                <a:t>THIRD STAGE</a:t>
              </a:r>
            </a:p>
          </p:txBody>
        </p:sp>
        <p:sp>
          <p:nvSpPr>
            <p:cNvPr id="17" name="Arrow: Left-Right 16">
              <a:extLst>
                <a:ext uri="{FF2B5EF4-FFF2-40B4-BE49-F238E27FC236}">
                  <a16:creationId xmlns:a16="http://schemas.microsoft.com/office/drawing/2014/main" id="{6CFE3F48-227D-C4AA-1276-1BB6F13C9F48}"/>
                </a:ext>
              </a:extLst>
            </p:cNvPr>
            <p:cNvSpPr/>
            <p:nvPr/>
          </p:nvSpPr>
          <p:spPr>
            <a:xfrm>
              <a:off x="1423440" y="2719228"/>
              <a:ext cx="4646354" cy="46800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i="1" spc="1200" dirty="0"/>
                <a:t>FIRST STAGE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0141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0715126-F940-2454-BB82-D44536DD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labor pattern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8F77F2-B87D-A510-8289-FD7609AE5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Traditional vs contemporary cervical dilatation curves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FCDEFAE8-E9D4-7B0B-55B7-551D50430B0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b="12934"/>
          <a:stretch/>
        </p:blipFill>
        <p:spPr>
          <a:xfrm>
            <a:off x="4677297" y="1057943"/>
            <a:ext cx="7144314" cy="5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846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B845C-9001-443D-9871-719280AA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PROGRESS IN LABOR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1C2DD-3D61-42E2-9AE2-34ECB8E8C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000" indent="-360000">
              <a:buFont typeface="+mj-lt"/>
              <a:buAutoNum type="arabicPeriod"/>
            </a:pPr>
            <a:r>
              <a:rPr lang="en-US" b="1" dirty="0">
                <a:sym typeface="Symbol" panose="05050102010706020507" pitchFamily="18" charset="2"/>
              </a:rPr>
              <a:t></a:t>
            </a:r>
            <a:r>
              <a:rPr lang="en-US" b="1" dirty="0"/>
              <a:t> strength, frequency and duration of uterine contractions </a:t>
            </a:r>
            <a:r>
              <a:rPr lang="en-US" dirty="0"/>
              <a:t>assessed by:</a:t>
            </a:r>
          </a:p>
          <a:p>
            <a:pPr lvl="1"/>
            <a:r>
              <a:rPr lang="sv-SE" dirty="0"/>
              <a:t>Palpation</a:t>
            </a:r>
          </a:p>
          <a:p>
            <a:pPr lvl="1"/>
            <a:r>
              <a:rPr lang="sv-SE" dirty="0"/>
              <a:t>External abdominal transducer (tocodynamometer)</a:t>
            </a:r>
          </a:p>
          <a:p>
            <a:pPr lvl="1"/>
            <a:r>
              <a:rPr lang="sv-SE" dirty="0"/>
              <a:t>Intra-uterine catheter (MVU)</a:t>
            </a:r>
            <a:endParaRPr lang="en-US" dirty="0"/>
          </a:p>
          <a:p>
            <a:pPr marL="360000" indent="-360000">
              <a:buFont typeface="+mj-lt"/>
              <a:buAutoNum type="arabicPeriod"/>
            </a:pPr>
            <a:r>
              <a:rPr lang="en-US" b="1" dirty="0"/>
              <a:t>Progressive cervical changes </a:t>
            </a:r>
            <a:r>
              <a:rPr lang="en-US" dirty="0"/>
              <a:t>estimated by vaginal examination</a:t>
            </a:r>
            <a:endParaRPr lang="en-US" b="1" dirty="0"/>
          </a:p>
          <a:p>
            <a:pPr marL="360000" indent="-360000">
              <a:buFont typeface="+mj-lt"/>
              <a:buAutoNum type="arabicPeriod"/>
            </a:pPr>
            <a:r>
              <a:rPr lang="en-US" b="1" dirty="0"/>
              <a:t>Descent of the presenting part </a:t>
            </a:r>
            <a:r>
              <a:rPr lang="en-US" dirty="0"/>
              <a:t>recognized by:</a:t>
            </a:r>
          </a:p>
          <a:p>
            <a:pPr lvl="1"/>
            <a:r>
              <a:rPr lang="en-US" dirty="0"/>
              <a:t>Abdominal palpation</a:t>
            </a:r>
          </a:p>
          <a:p>
            <a:pPr lvl="1"/>
            <a:r>
              <a:rPr lang="en-US" dirty="0"/>
              <a:t>Vaginal examination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93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CC9F16E-2F80-945C-E0AA-D56916D8EC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095"/>
          <a:stretch/>
        </p:blipFill>
        <p:spPr>
          <a:xfrm>
            <a:off x="4228616" y="3176190"/>
            <a:ext cx="1791186" cy="15540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A3104D-59C7-A451-053B-502553145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7923" y="3957704"/>
            <a:ext cx="2624077" cy="29002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E24FCB-CB72-5F67-993F-B9D31CA6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Descent during labor can be assessed by: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36D99-046C-BB6F-4C16-C2E0BEAB8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ctr">
            <a:normAutofit/>
          </a:bodyPr>
          <a:lstStyle/>
          <a:p>
            <a:r>
              <a:rPr lang="en-US"/>
              <a:t>Abdominal palpation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1D531-1DB3-5938-8AB9-6C9CCB954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/>
          <a:p>
            <a:r>
              <a:rPr lang="en-US" sz="2000" dirty="0"/>
              <a:t>How much of the head felt above the brim is expressed in </a:t>
            </a:r>
            <a:r>
              <a:rPr lang="en-US" sz="2000" b="1" dirty="0"/>
              <a:t>“fifths.”</a:t>
            </a:r>
            <a:endParaRPr lang="en-US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357914-B204-0CD9-8EC5-F4353F8EC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ctr">
            <a:normAutofit/>
          </a:bodyPr>
          <a:lstStyle/>
          <a:p>
            <a:r>
              <a:rPr lang="en-US"/>
              <a:t>Vaginal examination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CA7788-40D3-7631-7DDD-E164BE0491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/>
          <a:p>
            <a:r>
              <a:rPr lang="en-US" sz="2000" dirty="0"/>
              <a:t>The ischial spines are the reference point to describe the station of the presenting part of the fetus </a:t>
            </a:r>
            <a:r>
              <a:rPr lang="en-US" sz="2000" b="1" dirty="0"/>
              <a:t>(Zero station).</a:t>
            </a:r>
          </a:p>
          <a:p>
            <a:pPr lvl="1"/>
            <a:r>
              <a:rPr lang="en-US" sz="1800" dirty="0"/>
              <a:t>Estimations are in cm above or below zero </a:t>
            </a:r>
          </a:p>
          <a:p>
            <a:pPr lvl="1"/>
            <a:r>
              <a:rPr lang="en-US" sz="1800" dirty="0"/>
              <a:t>When lowermost point of the presenting part is at station 0 = just engaged.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3C4270-A2FD-A777-F5EC-0905CED4B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83285"/>
            <a:ext cx="6574973" cy="207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697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8142AD9A-4C32-54CC-AF65-AACEF62AE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240A5-5D00-0495-87E0-0621BD42D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AAD188-1583-3838-8D9A-F80A8F8F97A7}"/>
              </a:ext>
            </a:extLst>
          </p:cNvPr>
          <p:cNvGrpSpPr>
            <a:grpSpLocks noChangeAspect="1"/>
          </p:cNvGrpSpPr>
          <p:nvPr/>
        </p:nvGrpSpPr>
        <p:grpSpPr>
          <a:xfrm>
            <a:off x="497741" y="2476126"/>
            <a:ext cx="11196517" cy="3050336"/>
            <a:chOff x="499385" y="2549750"/>
            <a:chExt cx="11196517" cy="3050336"/>
          </a:xfrm>
        </p:grpSpPr>
        <p:pic>
          <p:nvPicPr>
            <p:cNvPr id="17" name="Content Placeholder 11">
              <a:extLst>
                <a:ext uri="{FF2B5EF4-FFF2-40B4-BE49-F238E27FC236}">
                  <a16:creationId xmlns:a16="http://schemas.microsoft.com/office/drawing/2014/main" id="{8AFF11B3-95DC-B5F8-58A5-3D5D8CE36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2141" y="2549750"/>
              <a:ext cx="5223761" cy="3050336"/>
            </a:xfrm>
            <a:prstGeom prst="rect">
              <a:avLst/>
            </a:prstGeom>
          </p:spPr>
        </p:pic>
        <p:pic>
          <p:nvPicPr>
            <p:cNvPr id="18" name="Content Placeholder 10">
              <a:extLst>
                <a:ext uri="{FF2B5EF4-FFF2-40B4-BE49-F238E27FC236}">
                  <a16:creationId xmlns:a16="http://schemas.microsoft.com/office/drawing/2014/main" id="{F2A1D1B6-D132-1C54-6288-BE627BFAE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385" y="2549750"/>
              <a:ext cx="5972756" cy="30503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0584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D8750-2F94-4904-A9D1-837C6EA79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8558A-3214-4EC5-B549-E26B9041F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Labor is conventionally defined by 3 stages. </a:t>
            </a:r>
          </a:p>
          <a:p>
            <a:pPr lvl="1"/>
            <a:r>
              <a:rPr lang="en-US" dirty="0">
                <a:effectLst/>
              </a:rPr>
              <a:t>1</a:t>
            </a:r>
            <a:r>
              <a:rPr lang="en-US" baseline="30000" dirty="0">
                <a:effectLst/>
              </a:rPr>
              <a:t>st</a:t>
            </a:r>
            <a:r>
              <a:rPr lang="en-US" dirty="0">
                <a:effectLst/>
              </a:rPr>
              <a:t> stage: progressive dilatation to full dilatation. </a:t>
            </a:r>
          </a:p>
          <a:p>
            <a:pPr lvl="1"/>
            <a:r>
              <a:rPr lang="en-US" dirty="0">
                <a:effectLst/>
              </a:rPr>
              <a:t>2</a:t>
            </a:r>
            <a:r>
              <a:rPr lang="en-US" baseline="30000" dirty="0">
                <a:effectLst/>
              </a:rPr>
              <a:t>nd</a:t>
            </a:r>
            <a:r>
              <a:rPr lang="en-US" dirty="0">
                <a:effectLst/>
              </a:rPr>
              <a:t> stage: from full dilatation to birth of baby. </a:t>
            </a:r>
          </a:p>
          <a:p>
            <a:pPr lvl="1"/>
            <a:r>
              <a:rPr lang="en-US" dirty="0">
                <a:effectLst/>
              </a:rPr>
              <a:t>3</a:t>
            </a:r>
            <a:r>
              <a:rPr lang="en-US" baseline="30000" dirty="0">
                <a:effectLst/>
              </a:rPr>
              <a:t>rd</a:t>
            </a:r>
            <a:r>
              <a:rPr lang="en-US" dirty="0">
                <a:effectLst/>
              </a:rPr>
              <a:t> stage: from birth of baby to placental expulsion. </a:t>
            </a:r>
          </a:p>
          <a:p>
            <a:pPr marL="309600" lvl="1" indent="0">
              <a:buNone/>
            </a:pPr>
            <a:r>
              <a:rPr lang="en-US" dirty="0">
                <a:effectLst/>
              </a:rPr>
              <a:t>±  4</a:t>
            </a:r>
            <a:r>
              <a:rPr lang="en-US" baseline="30000" dirty="0">
                <a:effectLst/>
              </a:rPr>
              <a:t>th</a:t>
            </a:r>
            <a:r>
              <a:rPr lang="en-US" dirty="0">
                <a:effectLst/>
              </a:rPr>
              <a:t> stage: immediate postpartum period.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Criteria for active &amp; latent phases of the 1</a:t>
            </a:r>
            <a:r>
              <a:rPr lang="en-US" baseline="30000" dirty="0">
                <a:effectLst/>
              </a:rPr>
              <a:t>st</a:t>
            </a:r>
            <a:r>
              <a:rPr lang="en-US" dirty="0">
                <a:effectLst/>
              </a:rPr>
              <a:t> stage of labor have changed over the past 40 years. </a:t>
            </a:r>
          </a:p>
          <a:p>
            <a:pPr lvl="1"/>
            <a:r>
              <a:rPr lang="en-US" dirty="0">
                <a:effectLst/>
              </a:rPr>
              <a:t>Active phase commences at 5–6 cm, with </a:t>
            </a:r>
          </a:p>
          <a:p>
            <a:pPr lvl="1"/>
            <a:r>
              <a:rPr lang="en-US" dirty="0"/>
              <a:t>N</a:t>
            </a:r>
            <a:r>
              <a:rPr lang="en-US" dirty="0">
                <a:effectLst/>
              </a:rPr>
              <a:t>ormal dilatation occurring at 0.5 cm/h.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Progress in labor is determined by the assessment of 3 components (3 Ps):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u="sng" dirty="0">
                <a:effectLst/>
              </a:rPr>
              <a:t>P</a:t>
            </a:r>
            <a:r>
              <a:rPr lang="en-US" dirty="0">
                <a:effectLst/>
              </a:rPr>
              <a:t>assage (awareness of adequacy of the pelvis);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u="sng" dirty="0">
                <a:effectLst/>
              </a:rPr>
              <a:t>P</a:t>
            </a:r>
            <a:r>
              <a:rPr lang="en-US" dirty="0">
                <a:effectLst/>
              </a:rPr>
              <a:t>assenger (size and position of the fetus);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u="sng" dirty="0">
                <a:effectLst/>
              </a:rPr>
              <a:t>P</a:t>
            </a:r>
            <a:r>
              <a:rPr lang="en-US" dirty="0">
                <a:effectLst/>
              </a:rPr>
              <a:t>ower (strength of uterine contractions);</a:t>
            </a:r>
          </a:p>
          <a:p>
            <a:pPr marL="457200" lvl="1" indent="0">
              <a:buNone/>
            </a:pPr>
            <a:r>
              <a:rPr lang="en-US" dirty="0">
                <a:effectLst/>
              </a:rPr>
              <a:t>±   </a:t>
            </a:r>
            <a:r>
              <a:rPr lang="en-US" b="1" u="sng" dirty="0">
                <a:effectLst/>
              </a:rPr>
              <a:t>P</a:t>
            </a:r>
            <a:r>
              <a:rPr lang="en-US" dirty="0">
                <a:effectLst/>
              </a:rPr>
              <a:t>syche (emotional state of the parturient).</a:t>
            </a:r>
          </a:p>
        </p:txBody>
      </p:sp>
    </p:spTree>
    <p:extLst>
      <p:ext uri="{BB962C8B-B14F-4D97-AF65-F5344CB8AC3E}">
        <p14:creationId xmlns:p14="http://schemas.microsoft.com/office/powerpoint/2010/main" val="889060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D5378C-BD68-97A3-5704-79A1388893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THANK YOU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0EF164D-DE7D-568E-8759-3F9EB6C20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57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8659</TotalTime>
  <Words>1571</Words>
  <Application>Microsoft Office PowerPoint</Application>
  <PresentationFormat>Widescreen</PresentationFormat>
  <Paragraphs>323</Paragraphs>
  <Slides>36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Aptos</vt:lpstr>
      <vt:lpstr>Aptos Display</vt:lpstr>
      <vt:lpstr>Aptos Narrow</vt:lpstr>
      <vt:lpstr>Arial</vt:lpstr>
      <vt:lpstr>Bahnschrift</vt:lpstr>
      <vt:lpstr>Calibri</vt:lpstr>
      <vt:lpstr>Symbol</vt:lpstr>
      <vt:lpstr>Times New Roman</vt:lpstr>
      <vt:lpstr>Office Theme</vt:lpstr>
      <vt:lpstr>Introduction to  NORMAL LABOR</vt:lpstr>
      <vt:lpstr>Outline</vt:lpstr>
      <vt:lpstr>Definitions </vt:lpstr>
      <vt:lpstr>LABOR </vt:lpstr>
      <vt:lpstr>COMPONENTS OF LABOR</vt:lpstr>
      <vt:lpstr>PASSAGE: the bony pelvis</vt:lpstr>
      <vt:lpstr>Inlet </vt:lpstr>
      <vt:lpstr>Inlet: antero-posterior diameters</vt:lpstr>
      <vt:lpstr>Inlet: transverse diameters</vt:lpstr>
      <vt:lpstr>Inlet: oblique diameters </vt:lpstr>
      <vt:lpstr>Cavity </vt:lpstr>
      <vt:lpstr>Cavity: diameters </vt:lpstr>
      <vt:lpstr>Outlet </vt:lpstr>
      <vt:lpstr>Outlet: diameters </vt:lpstr>
      <vt:lpstr>Types of the bony pelvis 4 types described: Gynecoid (50%), Anthropoid (25%), Android (20%), Platypelloid (5%).  In many cases the pelvis is of mixed type.</vt:lpstr>
      <vt:lpstr>Types of the bony pelvis</vt:lpstr>
      <vt:lpstr>PASSENGER: the fetus</vt:lpstr>
      <vt:lpstr>The Fetal Skull</vt:lpstr>
      <vt:lpstr>Denominators </vt:lpstr>
      <vt:lpstr>PowerPoint Presentation</vt:lpstr>
      <vt:lpstr>Position of the presenting part (the denominator in relation to the maternal pelvis, here seen from below)</vt:lpstr>
      <vt:lpstr>POWERS: uterine action</vt:lpstr>
      <vt:lpstr>Progressive retraction of the upper segment muscle stretches and thins the lower segment and cause ❷ Cervical changes:</vt:lpstr>
      <vt:lpstr>“Show” and formation of forewaters </vt:lpstr>
      <vt:lpstr>MECHANISM &amp; STAGES OF LABOR</vt:lpstr>
      <vt:lpstr>MECHANISM OF LABOR</vt:lpstr>
      <vt:lpstr>PowerPoint Presentation</vt:lpstr>
      <vt:lpstr>PowerPoint Presentation</vt:lpstr>
      <vt:lpstr>DIAGNOSIS OF LABOR</vt:lpstr>
      <vt:lpstr>STAGES OF LABOR</vt:lpstr>
      <vt:lpstr>Normal labor pattern</vt:lpstr>
      <vt:lpstr>PROGRESS IN LABOR</vt:lpstr>
      <vt:lpstr>Descent during labor can be assessed by:</vt:lpstr>
      <vt:lpstr>PowerPoint Presentation</vt:lpstr>
      <vt:lpstr>Summary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Hamdy Bakry Alqenawy</dc:creator>
  <cp:lastModifiedBy>Hamdy Bakry Alqenawy</cp:lastModifiedBy>
  <cp:revision>2</cp:revision>
  <dcterms:created xsi:type="dcterms:W3CDTF">2025-03-27T14:37:04Z</dcterms:created>
  <dcterms:modified xsi:type="dcterms:W3CDTF">2025-10-17T22:19:06Z</dcterms:modified>
</cp:coreProperties>
</file>