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306" r:id="rId4"/>
    <p:sldId id="293" r:id="rId5"/>
    <p:sldId id="285" r:id="rId6"/>
    <p:sldId id="296" r:id="rId7"/>
    <p:sldId id="292" r:id="rId8"/>
    <p:sldId id="288" r:id="rId9"/>
    <p:sldId id="297" r:id="rId10"/>
    <p:sldId id="287" r:id="rId11"/>
    <p:sldId id="299" r:id="rId12"/>
    <p:sldId id="325" r:id="rId13"/>
    <p:sldId id="302" r:id="rId14"/>
    <p:sldId id="304" r:id="rId15"/>
    <p:sldId id="298" r:id="rId16"/>
    <p:sldId id="326" r:id="rId17"/>
    <p:sldId id="279" r:id="rId18"/>
    <p:sldId id="327" r:id="rId19"/>
    <p:sldId id="308" r:id="rId20"/>
    <p:sldId id="310" r:id="rId21"/>
    <p:sldId id="311" r:id="rId22"/>
    <p:sldId id="313" r:id="rId23"/>
    <p:sldId id="314" r:id="rId24"/>
    <p:sldId id="319" r:id="rId25"/>
    <p:sldId id="316" r:id="rId26"/>
    <p:sldId id="321" r:id="rId27"/>
    <p:sldId id="320" r:id="rId28"/>
    <p:sldId id="322" r:id="rId29"/>
    <p:sldId id="323" r:id="rId30"/>
    <p:sldId id="324" r:id="rId31"/>
    <p:sldId id="26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675B0-EF10-49B0-955B-5F6D5BD00D42}" v="155" dt="2025-10-14T17:08:47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14" autoAdjust="0"/>
  </p:normalViewPr>
  <p:slideViewPr>
    <p:cSldViewPr snapToGrid="0">
      <p:cViewPr varScale="1">
        <p:scale>
          <a:sx n="83" d="100"/>
          <a:sy n="83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Bakry" userId="ee865345f39d1fa7" providerId="LiveId" clId="{22E45857-815F-43D4-B510-5917E509CE00}"/>
    <pc:docChg chg="undo redo custSel addSld delSld modSld">
      <pc:chgData name="Hamdy Bakry" userId="ee865345f39d1fa7" providerId="LiveId" clId="{22E45857-815F-43D4-B510-5917E509CE00}" dt="2025-02-05T17:28:08.730" v="114" actId="20577"/>
      <pc:docMkLst>
        <pc:docMk/>
      </pc:docMkLst>
      <pc:sldChg chg="modSp mod">
        <pc:chgData name="Hamdy Bakry" userId="ee865345f39d1fa7" providerId="LiveId" clId="{22E45857-815F-43D4-B510-5917E509CE00}" dt="2025-02-05T17:22:20.951" v="89" actId="20577"/>
        <pc:sldMkLst>
          <pc:docMk/>
          <pc:sldMk cId="3648341233" sldId="288"/>
        </pc:sldMkLst>
      </pc:sldChg>
      <pc:sldChg chg="modSp mod">
        <pc:chgData name="Hamdy Bakry" userId="ee865345f39d1fa7" providerId="LiveId" clId="{22E45857-815F-43D4-B510-5917E509CE00}" dt="2025-02-05T17:14:16.524" v="7" actId="6549"/>
        <pc:sldMkLst>
          <pc:docMk/>
          <pc:sldMk cId="3681843577" sldId="297"/>
        </pc:sldMkLst>
      </pc:sldChg>
      <pc:sldChg chg="modSp mod">
        <pc:chgData name="Hamdy Bakry" userId="ee865345f39d1fa7" providerId="LiveId" clId="{22E45857-815F-43D4-B510-5917E509CE00}" dt="2025-02-05T17:28:08.730" v="114" actId="20577"/>
        <pc:sldMkLst>
          <pc:docMk/>
          <pc:sldMk cId="2618511853" sldId="319"/>
        </pc:sldMkLst>
      </pc:sldChg>
      <pc:sldChg chg="modSp new add del mod">
        <pc:chgData name="Hamdy Bakry" userId="ee865345f39d1fa7" providerId="LiveId" clId="{22E45857-815F-43D4-B510-5917E509CE00}" dt="2025-02-05T17:21:49.346" v="80" actId="680"/>
        <pc:sldMkLst>
          <pc:docMk/>
          <pc:sldMk cId="2110014518" sldId="326"/>
        </pc:sldMkLst>
      </pc:sldChg>
    </pc:docChg>
  </pc:docChgLst>
  <pc:docChgLst>
    <pc:chgData name="Hamdy Bakry" userId="ee865345f39d1fa7" providerId="LiveId" clId="{C6646811-FDE9-4CCA-B236-6AA34BAA6377}"/>
    <pc:docChg chg="undo custSel modSld">
      <pc:chgData name="Hamdy Bakry" userId="ee865345f39d1fa7" providerId="LiveId" clId="{C6646811-FDE9-4CCA-B236-6AA34BAA6377}" dt="2025-07-09T20:24:05.377" v="72" actId="1037"/>
      <pc:docMkLst>
        <pc:docMk/>
      </pc:docMkLst>
      <pc:sldChg chg="modSp mod">
        <pc:chgData name="Hamdy Bakry" userId="ee865345f39d1fa7" providerId="LiveId" clId="{C6646811-FDE9-4CCA-B236-6AA34BAA6377}" dt="2025-07-09T16:21:08.400" v="40" actId="20577"/>
        <pc:sldMkLst>
          <pc:docMk/>
          <pc:sldMk cId="715697493" sldId="285"/>
        </pc:sldMkLst>
      </pc:sldChg>
      <pc:sldChg chg="addSp modSp mod">
        <pc:chgData name="Hamdy Bakry" userId="ee865345f39d1fa7" providerId="LiveId" clId="{C6646811-FDE9-4CCA-B236-6AA34BAA6377}" dt="2025-07-09T20:24:05.377" v="72" actId="1037"/>
        <pc:sldMkLst>
          <pc:docMk/>
          <pc:sldMk cId="3638987946" sldId="287"/>
        </pc:sldMkLst>
      </pc:sldChg>
      <pc:sldChg chg="modSp mod">
        <pc:chgData name="Hamdy Bakry" userId="ee865345f39d1fa7" providerId="LiveId" clId="{C6646811-FDE9-4CCA-B236-6AA34BAA6377}" dt="2025-07-09T16:24:57.445" v="42" actId="20577"/>
        <pc:sldMkLst>
          <pc:docMk/>
          <pc:sldMk cId="1629915315" sldId="304"/>
        </pc:sldMkLst>
      </pc:sldChg>
      <pc:sldChg chg="modSp mod">
        <pc:chgData name="Hamdy Bakry" userId="ee865345f39d1fa7" providerId="LiveId" clId="{C6646811-FDE9-4CCA-B236-6AA34BAA6377}" dt="2025-07-09T16:20:25.096" v="31" actId="20577"/>
        <pc:sldMkLst>
          <pc:docMk/>
          <pc:sldMk cId="898052087" sldId="306"/>
        </pc:sldMkLst>
      </pc:sldChg>
      <pc:sldChg chg="modSp mod">
        <pc:chgData name="Hamdy Bakry" userId="ee865345f39d1fa7" providerId="LiveId" clId="{C6646811-FDE9-4CCA-B236-6AA34BAA6377}" dt="2025-07-09T16:33:48.873" v="62" actId="20578"/>
        <pc:sldMkLst>
          <pc:docMk/>
          <pc:sldMk cId="2618511853" sldId="319"/>
        </pc:sldMkLst>
      </pc:sldChg>
      <pc:sldChg chg="modSp">
        <pc:chgData name="Hamdy Bakry" userId="ee865345f39d1fa7" providerId="LiveId" clId="{C6646811-FDE9-4CCA-B236-6AA34BAA6377}" dt="2025-07-09T16:26:36.952" v="52"/>
        <pc:sldMkLst>
          <pc:docMk/>
          <pc:sldMk cId="1106239629" sldId="326"/>
        </pc:sldMkLst>
      </pc:sldChg>
      <pc:sldChg chg="modSp">
        <pc:chgData name="Hamdy Bakry" userId="ee865345f39d1fa7" providerId="LiveId" clId="{C6646811-FDE9-4CCA-B236-6AA34BAA6377}" dt="2025-07-09T16:27:53.905" v="54" actId="115"/>
        <pc:sldMkLst>
          <pc:docMk/>
          <pc:sldMk cId="1675756673" sldId="327"/>
        </pc:sldMkLst>
      </pc:sldChg>
    </pc:docChg>
  </pc:docChgLst>
  <pc:docChgLst>
    <pc:chgData name="Hamdy Bakry" userId="ee865345f39d1fa7" providerId="LiveId" clId="{A74DD748-0935-4062-80C9-E56EF23660CA}"/>
    <pc:docChg chg="undo redo custSel addSld delSld modSld sldOrd">
      <pc:chgData name="Hamdy Bakry" userId="ee865345f39d1fa7" providerId="LiveId" clId="{A74DD748-0935-4062-80C9-E56EF23660CA}" dt="2025-04-14T20:58:07.506" v="1200" actId="113"/>
      <pc:docMkLst>
        <pc:docMk/>
      </pc:docMkLst>
      <pc:sldChg chg="modSp">
        <pc:chgData name="Hamdy Bakry" userId="ee865345f39d1fa7" providerId="LiveId" clId="{A74DD748-0935-4062-80C9-E56EF23660CA}" dt="2025-04-14T16:50:22.725" v="1074"/>
        <pc:sldMkLst>
          <pc:docMk/>
          <pc:sldMk cId="2526452201" sldId="256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2637451775" sldId="262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3204216962" sldId="279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3367163206" sldId="282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715697493" sldId="285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3638987946" sldId="287"/>
        </pc:sldMkLst>
      </pc:sldChg>
      <pc:sldChg chg="modSp mod ord">
        <pc:chgData name="Hamdy Bakry" userId="ee865345f39d1fa7" providerId="LiveId" clId="{A74DD748-0935-4062-80C9-E56EF23660CA}" dt="2025-04-14T16:50:22.725" v="1074"/>
        <pc:sldMkLst>
          <pc:docMk/>
          <pc:sldMk cId="3648341233" sldId="288"/>
        </pc:sldMkLst>
      </pc:sldChg>
      <pc:sldChg chg="delSp modSp del mod">
        <pc:chgData name="Hamdy Bakry" userId="ee865345f39d1fa7" providerId="LiveId" clId="{A74DD748-0935-4062-80C9-E56EF23660CA}" dt="2025-04-13T17:59:17.569" v="837" actId="47"/>
        <pc:sldMkLst>
          <pc:docMk/>
          <pc:sldMk cId="1494629912" sldId="290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3673457240" sldId="292"/>
        </pc:sldMkLst>
      </pc:sldChg>
      <pc:sldChg chg="addSp delSp modSp mod chgLayout">
        <pc:chgData name="Hamdy Bakry" userId="ee865345f39d1fa7" providerId="LiveId" clId="{A74DD748-0935-4062-80C9-E56EF23660CA}" dt="2025-04-14T16:50:22.725" v="1074"/>
        <pc:sldMkLst>
          <pc:docMk/>
          <pc:sldMk cId="1183634756" sldId="293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3014718504" sldId="296"/>
        </pc:sldMkLst>
      </pc:sldChg>
      <pc:sldChg chg="addSp modSp mod">
        <pc:chgData name="Hamdy Bakry" userId="ee865345f39d1fa7" providerId="LiveId" clId="{A74DD748-0935-4062-80C9-E56EF23660CA}" dt="2025-04-14T16:50:22.725" v="1074"/>
        <pc:sldMkLst>
          <pc:docMk/>
          <pc:sldMk cId="3681843577" sldId="297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1341672930" sldId="298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2215106067" sldId="299"/>
        </pc:sldMkLst>
      </pc:sldChg>
      <pc:sldChg chg="modSp mod">
        <pc:chgData name="Hamdy Bakry" userId="ee865345f39d1fa7" providerId="LiveId" clId="{A74DD748-0935-4062-80C9-E56EF23660CA}" dt="2025-04-14T20:53:39.814" v="1085" actId="6549"/>
        <pc:sldMkLst>
          <pc:docMk/>
          <pc:sldMk cId="2901749493" sldId="302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1629915315" sldId="304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898052087" sldId="306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321281220" sldId="308"/>
        </pc:sldMkLst>
      </pc:sldChg>
      <pc:sldChg chg="modSp del mod">
        <pc:chgData name="Hamdy Bakry" userId="ee865345f39d1fa7" providerId="LiveId" clId="{A74DD748-0935-4062-80C9-E56EF23660CA}" dt="2025-04-13T17:40:11.104" v="490" actId="47"/>
        <pc:sldMkLst>
          <pc:docMk/>
          <pc:sldMk cId="1415212975" sldId="309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2446174815" sldId="310"/>
        </pc:sldMkLst>
      </pc:sldChg>
      <pc:sldChg chg="modSp mod">
        <pc:chgData name="Hamdy Bakry" userId="ee865345f39d1fa7" providerId="LiveId" clId="{A74DD748-0935-4062-80C9-E56EF23660CA}" dt="2025-04-14T20:57:43.673" v="1177" actId="20577"/>
        <pc:sldMkLst>
          <pc:docMk/>
          <pc:sldMk cId="1442753262" sldId="311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1822735688" sldId="313"/>
        </pc:sldMkLst>
      </pc:sldChg>
      <pc:sldChg chg="modSp mod">
        <pc:chgData name="Hamdy Bakry" userId="ee865345f39d1fa7" providerId="LiveId" clId="{A74DD748-0935-4062-80C9-E56EF23660CA}" dt="2025-04-14T20:58:07.506" v="1200" actId="113"/>
        <pc:sldMkLst>
          <pc:docMk/>
          <pc:sldMk cId="494065241" sldId="314"/>
        </pc:sldMkLst>
      </pc:sldChg>
      <pc:sldChg chg="modSp mod">
        <pc:chgData name="Hamdy Bakry" userId="ee865345f39d1fa7" providerId="LiveId" clId="{A74DD748-0935-4062-80C9-E56EF23660CA}" dt="2025-04-14T16:50:22.725" v="1074"/>
        <pc:sldMkLst>
          <pc:docMk/>
          <pc:sldMk cId="3462145450" sldId="316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2618511853" sldId="319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538789280" sldId="320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3628746410" sldId="321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1176542758" sldId="322"/>
        </pc:sldMkLst>
      </pc:sldChg>
      <pc:sldChg chg="modSp">
        <pc:chgData name="Hamdy Bakry" userId="ee865345f39d1fa7" providerId="LiveId" clId="{A74DD748-0935-4062-80C9-E56EF23660CA}" dt="2025-04-14T16:50:22.725" v="1074"/>
        <pc:sldMkLst>
          <pc:docMk/>
          <pc:sldMk cId="146417182" sldId="324"/>
        </pc:sldMkLst>
      </pc:sldChg>
      <pc:sldChg chg="modSp mod">
        <pc:chgData name="Hamdy Bakry" userId="ee865345f39d1fa7" providerId="LiveId" clId="{A74DD748-0935-4062-80C9-E56EF23660CA}" dt="2025-04-14T20:53:22.074" v="1079" actId="1035"/>
        <pc:sldMkLst>
          <pc:docMk/>
          <pc:sldMk cId="1810711772" sldId="325"/>
        </pc:sldMkLst>
      </pc:sldChg>
      <pc:sldChg chg="addSp delSp modSp add mod ord chgLayout">
        <pc:chgData name="Hamdy Bakry" userId="ee865345f39d1fa7" providerId="LiveId" clId="{A74DD748-0935-4062-80C9-E56EF23660CA}" dt="2025-04-14T16:50:22.725" v="1074"/>
        <pc:sldMkLst>
          <pc:docMk/>
          <pc:sldMk cId="1106239629" sldId="326"/>
        </pc:sldMkLst>
      </pc:sldChg>
    </pc:docChg>
  </pc:docChgLst>
  <pc:docChgLst>
    <pc:chgData name="Hamdy Bakry" userId="ee865345f39d1fa7" providerId="LiveId" clId="{3CE625A6-0637-4A5B-801F-84FB9CFD7555}"/>
    <pc:docChg chg="undo redo custSel addSld delSld modSld sldOrd">
      <pc:chgData name="Hamdy Bakry" userId="ee865345f39d1fa7" providerId="LiveId" clId="{3CE625A6-0637-4A5B-801F-84FB9CFD7555}" dt="2024-08-08T00:04:44.793" v="2470" actId="20577"/>
      <pc:docMkLst>
        <pc:docMk/>
      </pc:docMkLst>
      <pc:sldChg chg="modSp mod">
        <pc:chgData name="Hamdy Bakry" userId="ee865345f39d1fa7" providerId="LiveId" clId="{3CE625A6-0637-4A5B-801F-84FB9CFD7555}" dt="2024-08-07T19:36:46.958" v="1403" actId="20577"/>
        <pc:sldMkLst>
          <pc:docMk/>
          <pc:sldMk cId="2526452201" sldId="256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1002227993" sldId="258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782966189" sldId="260"/>
        </pc:sldMkLst>
      </pc:sldChg>
      <pc:sldChg chg="addSp delSp modSp add mod modTransition chgLayout">
        <pc:chgData name="Hamdy Bakry" userId="ee865345f39d1fa7" providerId="LiveId" clId="{3CE625A6-0637-4A5B-801F-84FB9CFD7555}" dt="2024-08-07T23:40:12.146" v="2251" actId="115"/>
        <pc:sldMkLst>
          <pc:docMk/>
          <pc:sldMk cId="2200402480" sldId="264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675891689" sldId="275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2931288314" sldId="276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5347618" sldId="277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3294084458" sldId="278"/>
        </pc:sldMkLst>
      </pc:sldChg>
      <pc:sldChg chg="modSp mod ord modShow">
        <pc:chgData name="Hamdy Bakry" userId="ee865345f39d1fa7" providerId="LiveId" clId="{3CE625A6-0637-4A5B-801F-84FB9CFD7555}" dt="2024-08-08T00:03:49.269" v="2445" actId="403"/>
        <pc:sldMkLst>
          <pc:docMk/>
          <pc:sldMk cId="3204216962" sldId="279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1437370085" sldId="280"/>
        </pc:sldMkLst>
      </pc:sldChg>
      <pc:sldChg chg="del">
        <pc:chgData name="Hamdy Bakry" userId="ee865345f39d1fa7" providerId="LiveId" clId="{3CE625A6-0637-4A5B-801F-84FB9CFD7555}" dt="2024-08-07T23:07:03.020" v="1809" actId="2696"/>
        <pc:sldMkLst>
          <pc:docMk/>
          <pc:sldMk cId="3912290420" sldId="281"/>
        </pc:sldMkLst>
      </pc:sldChg>
      <pc:sldChg chg="modSp mod">
        <pc:chgData name="Hamdy Bakry" userId="ee865345f39d1fa7" providerId="LiveId" clId="{3CE625A6-0637-4A5B-801F-84FB9CFD7555}" dt="2024-08-08T00:04:44.793" v="2470" actId="20577"/>
        <pc:sldMkLst>
          <pc:docMk/>
          <pc:sldMk cId="3367163206" sldId="282"/>
        </pc:sldMkLst>
      </pc:sldChg>
      <pc:sldChg chg="del">
        <pc:chgData name="Hamdy Bakry" userId="ee865345f39d1fa7" providerId="LiveId" clId="{3CE625A6-0637-4A5B-801F-84FB9CFD7555}" dt="2024-08-07T21:41:03.760" v="1404" actId="2696"/>
        <pc:sldMkLst>
          <pc:docMk/>
          <pc:sldMk cId="2405771609" sldId="283"/>
        </pc:sldMkLst>
      </pc:sldChg>
      <pc:sldChg chg="addSp modSp mod modClrScheme chgLayout">
        <pc:chgData name="Hamdy Bakry" userId="ee865345f39d1fa7" providerId="LiveId" clId="{3CE625A6-0637-4A5B-801F-84FB9CFD7555}" dt="2024-08-07T22:23:36.049" v="1506" actId="20577"/>
        <pc:sldMkLst>
          <pc:docMk/>
          <pc:sldMk cId="715697493" sldId="285"/>
        </pc:sldMkLst>
      </pc:sldChg>
      <pc:sldChg chg="del">
        <pc:chgData name="Hamdy Bakry" userId="ee865345f39d1fa7" providerId="LiveId" clId="{3CE625A6-0637-4A5B-801F-84FB9CFD7555}" dt="2024-08-07T22:19:24.347" v="1451" actId="47"/>
        <pc:sldMkLst>
          <pc:docMk/>
          <pc:sldMk cId="4141626159" sldId="286"/>
        </pc:sldMkLst>
      </pc:sldChg>
      <pc:sldChg chg="modSp mod">
        <pc:chgData name="Hamdy Bakry" userId="ee865345f39d1fa7" providerId="LiveId" clId="{3CE625A6-0637-4A5B-801F-84FB9CFD7555}" dt="2024-08-07T22:38:43.667" v="1582" actId="20577"/>
        <pc:sldMkLst>
          <pc:docMk/>
          <pc:sldMk cId="3638987946" sldId="287"/>
        </pc:sldMkLst>
      </pc:sldChg>
      <pc:sldChg chg="modSp mod">
        <pc:chgData name="Hamdy Bakry" userId="ee865345f39d1fa7" providerId="LiveId" clId="{3CE625A6-0637-4A5B-801F-84FB9CFD7555}" dt="2024-08-07T23:47:47.117" v="2296" actId="20577"/>
        <pc:sldMkLst>
          <pc:docMk/>
          <pc:sldMk cId="3648341233" sldId="288"/>
        </pc:sldMkLst>
      </pc:sldChg>
      <pc:sldChg chg="addSp delSp modSp mod">
        <pc:chgData name="Hamdy Bakry" userId="ee865345f39d1fa7" providerId="LiveId" clId="{3CE625A6-0637-4A5B-801F-84FB9CFD7555}" dt="2024-08-02T22:11:29.159" v="1188" actId="20577"/>
        <pc:sldMkLst>
          <pc:docMk/>
          <pc:sldMk cId="1494629912" sldId="290"/>
        </pc:sldMkLst>
      </pc:sldChg>
      <pc:sldChg chg="del">
        <pc:chgData name="Hamdy Bakry" userId="ee865345f39d1fa7" providerId="LiveId" clId="{3CE625A6-0637-4A5B-801F-84FB9CFD7555}" dt="2024-08-01T16:40:06.563" v="1154" actId="2696"/>
        <pc:sldMkLst>
          <pc:docMk/>
          <pc:sldMk cId="183411164" sldId="291"/>
        </pc:sldMkLst>
      </pc:sldChg>
      <pc:sldChg chg="modSp mod">
        <pc:chgData name="Hamdy Bakry" userId="ee865345f39d1fa7" providerId="LiveId" clId="{3CE625A6-0637-4A5B-801F-84FB9CFD7555}" dt="2024-08-07T22:18:51.535" v="1450" actId="20577"/>
        <pc:sldMkLst>
          <pc:docMk/>
          <pc:sldMk cId="3673457240" sldId="292"/>
        </pc:sldMkLst>
      </pc:sldChg>
      <pc:sldChg chg="modSp mod ord">
        <pc:chgData name="Hamdy Bakry" userId="ee865345f39d1fa7" providerId="LiveId" clId="{3CE625A6-0637-4A5B-801F-84FB9CFD7555}" dt="2024-08-07T18:34:42.575" v="1365" actId="5793"/>
        <pc:sldMkLst>
          <pc:docMk/>
          <pc:sldMk cId="1183634756" sldId="293"/>
        </pc:sldMkLst>
      </pc:sldChg>
      <pc:sldChg chg="modSp mod setBg">
        <pc:chgData name="Hamdy Bakry" userId="ee865345f39d1fa7" providerId="LiveId" clId="{3CE625A6-0637-4A5B-801F-84FB9CFD7555}" dt="2024-08-07T22:37:24.533" v="1570" actId="6549"/>
        <pc:sldMkLst>
          <pc:docMk/>
          <pc:sldMk cId="3014718504" sldId="296"/>
        </pc:sldMkLst>
      </pc:sldChg>
      <pc:sldChg chg="modSp mod">
        <pc:chgData name="Hamdy Bakry" userId="ee865345f39d1fa7" providerId="LiveId" clId="{3CE625A6-0637-4A5B-801F-84FB9CFD7555}" dt="2024-08-07T22:25:04.872" v="1533" actId="207"/>
        <pc:sldMkLst>
          <pc:docMk/>
          <pc:sldMk cId="3681843577" sldId="297"/>
        </pc:sldMkLst>
      </pc:sldChg>
      <pc:sldChg chg="modSp mod">
        <pc:chgData name="Hamdy Bakry" userId="ee865345f39d1fa7" providerId="LiveId" clId="{3CE625A6-0637-4A5B-801F-84FB9CFD7555}" dt="2024-08-07T22:53:18.076" v="1751" actId="207"/>
        <pc:sldMkLst>
          <pc:docMk/>
          <pc:sldMk cId="1341672930" sldId="298"/>
        </pc:sldMkLst>
      </pc:sldChg>
      <pc:sldChg chg="modSp mod modNotesTx">
        <pc:chgData name="Hamdy Bakry" userId="ee865345f39d1fa7" providerId="LiveId" clId="{3CE625A6-0637-4A5B-801F-84FB9CFD7555}" dt="2024-08-07T22:42:19.991" v="1601" actId="6549"/>
        <pc:sldMkLst>
          <pc:docMk/>
          <pc:sldMk cId="2215106067" sldId="299"/>
        </pc:sldMkLst>
      </pc:sldChg>
      <pc:sldChg chg="addSp delSp modSp mod chgLayout">
        <pc:chgData name="Hamdy Bakry" userId="ee865345f39d1fa7" providerId="LiveId" clId="{3CE625A6-0637-4A5B-801F-84FB9CFD7555}" dt="2024-08-07T22:49:39.976" v="1735" actId="6549"/>
        <pc:sldMkLst>
          <pc:docMk/>
          <pc:sldMk cId="2901749493" sldId="302"/>
        </pc:sldMkLst>
      </pc:sldChg>
      <pc:sldChg chg="modSp mod">
        <pc:chgData name="Hamdy Bakry" userId="ee865345f39d1fa7" providerId="LiveId" clId="{3CE625A6-0637-4A5B-801F-84FB9CFD7555}" dt="2024-08-07T22:50:13.062" v="1749" actId="20577"/>
        <pc:sldMkLst>
          <pc:docMk/>
          <pc:sldMk cId="1629915315" sldId="304"/>
        </pc:sldMkLst>
      </pc:sldChg>
      <pc:sldChg chg="modSp mod ord">
        <pc:chgData name="Hamdy Bakry" userId="ee865345f39d1fa7" providerId="LiveId" clId="{3CE625A6-0637-4A5B-801F-84FB9CFD7555}" dt="2024-08-07T23:48:36.685" v="2298"/>
        <pc:sldMkLst>
          <pc:docMk/>
          <pc:sldMk cId="898052087" sldId="306"/>
        </pc:sldMkLst>
      </pc:sldChg>
      <pc:sldChg chg="add del mod modShow">
        <pc:chgData name="Hamdy Bakry" userId="ee865345f39d1fa7" providerId="LiveId" clId="{3CE625A6-0637-4A5B-801F-84FB9CFD7555}" dt="2024-08-07T21:41:26.663" v="1405" actId="47"/>
        <pc:sldMkLst>
          <pc:docMk/>
          <pc:sldMk cId="2195355012" sldId="307"/>
        </pc:sldMkLst>
      </pc:sldChg>
      <pc:sldChg chg="modSp mod">
        <pc:chgData name="Hamdy Bakry" userId="ee865345f39d1fa7" providerId="LiveId" clId="{3CE625A6-0637-4A5B-801F-84FB9CFD7555}" dt="2024-08-07T22:59:07.223" v="1801" actId="6549"/>
        <pc:sldMkLst>
          <pc:docMk/>
          <pc:sldMk cId="321281220" sldId="308"/>
        </pc:sldMkLst>
      </pc:sldChg>
      <pc:sldChg chg="modSp mod">
        <pc:chgData name="Hamdy Bakry" userId="ee865345f39d1fa7" providerId="LiveId" clId="{3CE625A6-0637-4A5B-801F-84FB9CFD7555}" dt="2024-08-07T22:56:53.244" v="1761" actId="6549"/>
        <pc:sldMkLst>
          <pc:docMk/>
          <pc:sldMk cId="1415212975" sldId="309"/>
        </pc:sldMkLst>
      </pc:sldChg>
      <pc:sldChg chg="modSp mod">
        <pc:chgData name="Hamdy Bakry" userId="ee865345f39d1fa7" providerId="LiveId" clId="{3CE625A6-0637-4A5B-801F-84FB9CFD7555}" dt="2024-08-07T23:02:58.932" v="1803" actId="113"/>
        <pc:sldMkLst>
          <pc:docMk/>
          <pc:sldMk cId="1442753262" sldId="311"/>
        </pc:sldMkLst>
      </pc:sldChg>
      <pc:sldChg chg="modSp mod">
        <pc:chgData name="Hamdy Bakry" userId="ee865345f39d1fa7" providerId="LiveId" clId="{3CE625A6-0637-4A5B-801F-84FB9CFD7555}" dt="2024-08-07T23:03:15.851" v="1805" actId="113"/>
        <pc:sldMkLst>
          <pc:docMk/>
          <pc:sldMk cId="1822735688" sldId="313"/>
        </pc:sldMkLst>
      </pc:sldChg>
      <pc:sldChg chg="modSp mod">
        <pc:chgData name="Hamdy Bakry" userId="ee865345f39d1fa7" providerId="LiveId" clId="{3CE625A6-0637-4A5B-801F-84FB9CFD7555}" dt="2024-08-07T23:47:05.703" v="2279" actId="242"/>
        <pc:sldMkLst>
          <pc:docMk/>
          <pc:sldMk cId="494065241" sldId="314"/>
        </pc:sldMkLst>
      </pc:sldChg>
      <pc:sldChg chg="modSp new del mod">
        <pc:chgData name="Hamdy Bakry" userId="ee865345f39d1fa7" providerId="LiveId" clId="{3CE625A6-0637-4A5B-801F-84FB9CFD7555}" dt="2024-08-07T22:54:09.707" v="1754" actId="2696"/>
        <pc:sldMkLst>
          <pc:docMk/>
          <pc:sldMk cId="1251599084" sldId="315"/>
        </pc:sldMkLst>
      </pc:sldChg>
      <pc:sldChg chg="addSp delSp modSp new mod modClrScheme chgLayout">
        <pc:chgData name="Hamdy Bakry" userId="ee865345f39d1fa7" providerId="LiveId" clId="{3CE625A6-0637-4A5B-801F-84FB9CFD7555}" dt="2024-08-01T10:09:34.998" v="1074" actId="113"/>
        <pc:sldMkLst>
          <pc:docMk/>
          <pc:sldMk cId="3462145450" sldId="316"/>
        </pc:sldMkLst>
      </pc:sldChg>
      <pc:sldChg chg="addSp delSp modSp new del mod modClrScheme chgLayout">
        <pc:chgData name="Hamdy Bakry" userId="ee865345f39d1fa7" providerId="LiveId" clId="{3CE625A6-0637-4A5B-801F-84FB9CFD7555}" dt="2024-08-07T23:16:52.122" v="2070" actId="47"/>
        <pc:sldMkLst>
          <pc:docMk/>
          <pc:sldMk cId="2482173624" sldId="317"/>
        </pc:sldMkLst>
      </pc:sldChg>
      <pc:sldChg chg="addSp delSp modSp new del mod modClrScheme chgLayout">
        <pc:chgData name="Hamdy Bakry" userId="ee865345f39d1fa7" providerId="LiveId" clId="{3CE625A6-0637-4A5B-801F-84FB9CFD7555}" dt="2024-08-07T23:06:01.758" v="1808" actId="2696"/>
        <pc:sldMkLst>
          <pc:docMk/>
          <pc:sldMk cId="1943049185" sldId="318"/>
        </pc:sldMkLst>
      </pc:sldChg>
      <pc:sldChg chg="addSp delSp modSp new mod modClrScheme chgLayout">
        <pc:chgData name="Hamdy Bakry" userId="ee865345f39d1fa7" providerId="LiveId" clId="{3CE625A6-0637-4A5B-801F-84FB9CFD7555}" dt="2024-08-07T18:51:48.611" v="1401" actId="6549"/>
        <pc:sldMkLst>
          <pc:docMk/>
          <pc:sldMk cId="2618511853" sldId="319"/>
        </pc:sldMkLst>
      </pc:sldChg>
      <pc:sldChg chg="modSp new mod">
        <pc:chgData name="Hamdy Bakry" userId="ee865345f39d1fa7" providerId="LiveId" clId="{3CE625A6-0637-4A5B-801F-84FB9CFD7555}" dt="2024-08-07T23:39:25.811" v="2242" actId="113"/>
        <pc:sldMkLst>
          <pc:docMk/>
          <pc:sldMk cId="538789280" sldId="320"/>
        </pc:sldMkLst>
      </pc:sldChg>
      <pc:sldChg chg="modSp new del mod">
        <pc:chgData name="Hamdy Bakry" userId="ee865345f39d1fa7" providerId="LiveId" clId="{3CE625A6-0637-4A5B-801F-84FB9CFD7555}" dt="2024-08-07T22:46:14.409" v="1606" actId="2696"/>
        <pc:sldMkLst>
          <pc:docMk/>
          <pc:sldMk cId="707084185" sldId="320"/>
        </pc:sldMkLst>
      </pc:sldChg>
      <pc:sldChg chg="addSp modSp new mod">
        <pc:chgData name="Hamdy Bakry" userId="ee865345f39d1fa7" providerId="LiveId" clId="{3CE625A6-0637-4A5B-801F-84FB9CFD7555}" dt="2024-08-07T23:39:18.282" v="2241" actId="113"/>
        <pc:sldMkLst>
          <pc:docMk/>
          <pc:sldMk cId="3628746410" sldId="321"/>
        </pc:sldMkLst>
      </pc:sldChg>
      <pc:sldChg chg="modSp new mod">
        <pc:chgData name="Hamdy Bakry" userId="ee865345f39d1fa7" providerId="LiveId" clId="{3CE625A6-0637-4A5B-801F-84FB9CFD7555}" dt="2024-08-07T23:57:53.796" v="2305" actId="20577"/>
        <pc:sldMkLst>
          <pc:docMk/>
          <pc:sldMk cId="1176542758" sldId="322"/>
        </pc:sldMkLst>
      </pc:sldChg>
      <pc:sldChg chg="addSp delSp modSp new add del mod modClrScheme chgLayout">
        <pc:chgData name="Hamdy Bakry" userId="ee865345f39d1fa7" providerId="LiveId" clId="{3CE625A6-0637-4A5B-801F-84FB9CFD7555}" dt="2024-08-07T23:38:17.547" v="2235"/>
        <pc:sldMkLst>
          <pc:docMk/>
          <pc:sldMk cId="767841518" sldId="323"/>
        </pc:sldMkLst>
      </pc:sldChg>
    </pc:docChg>
  </pc:docChgLst>
  <pc:docChgLst>
    <pc:chgData name="Hamdy Bakry" userId="ee865345f39d1fa7" providerId="LiveId" clId="{83C675B0-EF10-49B0-955B-5F6D5BD00D42}"/>
    <pc:docChg chg="undo redo custSel modSld">
      <pc:chgData name="Hamdy Bakry" userId="ee865345f39d1fa7" providerId="LiveId" clId="{83C675B0-EF10-49B0-955B-5F6D5BD00D42}" dt="2025-10-14T17:09:20.467" v="479" actId="1038"/>
      <pc:docMkLst>
        <pc:docMk/>
      </pc:docMkLst>
      <pc:sldChg chg="modSp mod">
        <pc:chgData name="Hamdy Bakry" userId="ee865345f39d1fa7" providerId="LiveId" clId="{83C675B0-EF10-49B0-955B-5F6D5BD00D42}" dt="2025-10-13T10:02:24.190" v="458" actId="20577"/>
        <pc:sldMkLst>
          <pc:docMk/>
          <pc:sldMk cId="2526452201" sldId="256"/>
        </pc:sldMkLst>
        <pc:spChg chg="mod">
          <ac:chgData name="Hamdy Bakry" userId="ee865345f39d1fa7" providerId="LiveId" clId="{83C675B0-EF10-49B0-955B-5F6D5BD00D42}" dt="2025-10-13T10:02:24.190" v="458" actId="20577"/>
          <ac:spMkLst>
            <pc:docMk/>
            <pc:sldMk cId="2526452201" sldId="256"/>
            <ac:spMk id="2" creationId="{57852F3F-9A51-4C6B-9618-B86C8A16EA6B}"/>
          </ac:spMkLst>
        </pc:spChg>
        <pc:spChg chg="mod">
          <ac:chgData name="Hamdy Bakry" userId="ee865345f39d1fa7" providerId="LiveId" clId="{83C675B0-EF10-49B0-955B-5F6D5BD00D42}" dt="2025-10-12T20:42:14.476" v="8" actId="20577"/>
          <ac:spMkLst>
            <pc:docMk/>
            <pc:sldMk cId="2526452201" sldId="256"/>
            <ac:spMk id="3" creationId="{DFB37C29-414B-48F7-A515-4CF665863F42}"/>
          </ac:spMkLst>
        </pc:spChg>
      </pc:sldChg>
      <pc:sldChg chg="modSp mod">
        <pc:chgData name="Hamdy Bakry" userId="ee865345f39d1fa7" providerId="LiveId" clId="{83C675B0-EF10-49B0-955B-5F6D5BD00D42}" dt="2025-10-12T20:48:14.186" v="87" actId="2710"/>
        <pc:sldMkLst>
          <pc:docMk/>
          <pc:sldMk cId="715697493" sldId="285"/>
        </pc:sldMkLst>
        <pc:spChg chg="mod">
          <ac:chgData name="Hamdy Bakry" userId="ee865345f39d1fa7" providerId="LiveId" clId="{83C675B0-EF10-49B0-955B-5F6D5BD00D42}" dt="2025-10-12T20:48:14.186" v="87" actId="2710"/>
          <ac:spMkLst>
            <pc:docMk/>
            <pc:sldMk cId="715697493" sldId="285"/>
            <ac:spMk id="3" creationId="{738A4BD1-7BF0-454A-9957-31912994F916}"/>
          </ac:spMkLst>
        </pc:spChg>
        <pc:spChg chg="mod">
          <ac:chgData name="Hamdy Bakry" userId="ee865345f39d1fa7" providerId="LiveId" clId="{83C675B0-EF10-49B0-955B-5F6D5BD00D42}" dt="2025-10-12T20:47:59.424" v="84" actId="6549"/>
          <ac:spMkLst>
            <pc:docMk/>
            <pc:sldMk cId="715697493" sldId="285"/>
            <ac:spMk id="4" creationId="{5168FDD8-72D2-EA50-BA48-395F3B4C5206}"/>
          </ac:spMkLst>
        </pc:spChg>
      </pc:sldChg>
      <pc:sldChg chg="addSp delSp modSp mod setBg delDesignElem chgLayout">
        <pc:chgData name="Hamdy Bakry" userId="ee865345f39d1fa7" providerId="LiveId" clId="{83C675B0-EF10-49B0-955B-5F6D5BD00D42}" dt="2025-10-12T21:06:59.338" v="198" actId="6549"/>
        <pc:sldMkLst>
          <pc:docMk/>
          <pc:sldMk cId="3638987946" sldId="287"/>
        </pc:sldMkLst>
        <pc:spChg chg="mod ord">
          <ac:chgData name="Hamdy Bakry" userId="ee865345f39d1fa7" providerId="LiveId" clId="{83C675B0-EF10-49B0-955B-5F6D5BD00D42}" dt="2025-10-12T20:59:02.914" v="141" actId="26606"/>
          <ac:spMkLst>
            <pc:docMk/>
            <pc:sldMk cId="3638987946" sldId="287"/>
            <ac:spMk id="2" creationId="{7CFC9C3F-22A6-4A62-8364-CBBAEEEBB040}"/>
          </ac:spMkLst>
        </pc:spChg>
        <pc:spChg chg="mod ord">
          <ac:chgData name="Hamdy Bakry" userId="ee865345f39d1fa7" providerId="LiveId" clId="{83C675B0-EF10-49B0-955B-5F6D5BD00D42}" dt="2025-10-12T21:06:59.338" v="198" actId="6549"/>
          <ac:spMkLst>
            <pc:docMk/>
            <pc:sldMk cId="3638987946" sldId="287"/>
            <ac:spMk id="3" creationId="{8D7B314D-086C-415B-B6DB-A3054672477B}"/>
          </ac:spMkLst>
        </pc:spChg>
        <pc:picChg chg="mod ord">
          <ac:chgData name="Hamdy Bakry" userId="ee865345f39d1fa7" providerId="LiveId" clId="{83C675B0-EF10-49B0-955B-5F6D5BD00D42}" dt="2025-10-12T21:04:02.191" v="158" actId="1037"/>
          <ac:picMkLst>
            <pc:docMk/>
            <pc:sldMk cId="3638987946" sldId="287"/>
            <ac:picMk id="4" creationId="{04E48703-6272-B8FC-1B13-CBC63580B4B8}"/>
          </ac:picMkLst>
        </pc:picChg>
        <pc:picChg chg="add mod ord">
          <ac:chgData name="Hamdy Bakry" userId="ee865345f39d1fa7" providerId="LiveId" clId="{83C675B0-EF10-49B0-955B-5F6D5BD00D42}" dt="2025-10-12T21:04:02.191" v="158" actId="1037"/>
          <ac:picMkLst>
            <pc:docMk/>
            <pc:sldMk cId="3638987946" sldId="287"/>
            <ac:picMk id="5" creationId="{45821DBA-D75D-2B2C-27DD-2E7944B05941}"/>
          </ac:picMkLst>
        </pc:picChg>
        <pc:picChg chg="add mod ord">
          <ac:chgData name="Hamdy Bakry" userId="ee865345f39d1fa7" providerId="LiveId" clId="{83C675B0-EF10-49B0-955B-5F6D5BD00D42}" dt="2025-10-12T21:03:57.355" v="157" actId="2085"/>
          <ac:picMkLst>
            <pc:docMk/>
            <pc:sldMk cId="3638987946" sldId="287"/>
            <ac:picMk id="6" creationId="{E18668F7-0F37-A695-A4F0-DFACCE519C2D}"/>
          </ac:picMkLst>
        </pc:picChg>
        <pc:picChg chg="add mod ord">
          <ac:chgData name="Hamdy Bakry" userId="ee865345f39d1fa7" providerId="LiveId" clId="{83C675B0-EF10-49B0-955B-5F6D5BD00D42}" dt="2025-10-12T21:00:14.695" v="155" actId="14100"/>
          <ac:picMkLst>
            <pc:docMk/>
            <pc:sldMk cId="3638987946" sldId="287"/>
            <ac:picMk id="7" creationId="{8C290237-EF76-0C2E-3252-3611C7D69EFF}"/>
          </ac:picMkLst>
        </pc:picChg>
      </pc:sldChg>
      <pc:sldChg chg="modSp mod">
        <pc:chgData name="Hamdy Bakry" userId="ee865345f39d1fa7" providerId="LiveId" clId="{83C675B0-EF10-49B0-955B-5F6D5BD00D42}" dt="2025-10-12T20:51:46.335" v="115" actId="114"/>
        <pc:sldMkLst>
          <pc:docMk/>
          <pc:sldMk cId="3648341233" sldId="288"/>
        </pc:sldMkLst>
        <pc:spChg chg="mod">
          <ac:chgData name="Hamdy Bakry" userId="ee865345f39d1fa7" providerId="LiveId" clId="{83C675B0-EF10-49B0-955B-5F6D5BD00D42}" dt="2025-10-12T20:51:46.335" v="115" actId="114"/>
          <ac:spMkLst>
            <pc:docMk/>
            <pc:sldMk cId="3648341233" sldId="288"/>
            <ac:spMk id="2" creationId="{7D40D0E7-4D09-4F4B-9162-CA362580D26D}"/>
          </ac:spMkLst>
        </pc:spChg>
        <pc:spChg chg="mod">
          <ac:chgData name="Hamdy Bakry" userId="ee865345f39d1fa7" providerId="LiveId" clId="{83C675B0-EF10-49B0-955B-5F6D5BD00D42}" dt="2025-10-12T20:51:27.279" v="114" actId="20577"/>
          <ac:spMkLst>
            <pc:docMk/>
            <pc:sldMk cId="3648341233" sldId="288"/>
            <ac:spMk id="3" creationId="{F3882382-6AEF-4257-8322-7CA376F39273}"/>
          </ac:spMkLst>
        </pc:spChg>
      </pc:sldChg>
      <pc:sldChg chg="modSp mod">
        <pc:chgData name="Hamdy Bakry" userId="ee865345f39d1fa7" providerId="LiveId" clId="{83C675B0-EF10-49B0-955B-5F6D5BD00D42}" dt="2025-10-12T20:51:58.884" v="122" actId="20577"/>
        <pc:sldMkLst>
          <pc:docMk/>
          <pc:sldMk cId="3681843577" sldId="297"/>
        </pc:sldMkLst>
        <pc:spChg chg="mod">
          <ac:chgData name="Hamdy Bakry" userId="ee865345f39d1fa7" providerId="LiveId" clId="{83C675B0-EF10-49B0-955B-5F6D5BD00D42}" dt="2025-10-12T20:51:58.884" v="122" actId="20577"/>
          <ac:spMkLst>
            <pc:docMk/>
            <pc:sldMk cId="3681843577" sldId="297"/>
            <ac:spMk id="3" creationId="{BA91F490-5AB8-4905-A954-8C58BBD78809}"/>
          </ac:spMkLst>
        </pc:spChg>
      </pc:sldChg>
      <pc:sldChg chg="modSp mod">
        <pc:chgData name="Hamdy Bakry" userId="ee865345f39d1fa7" providerId="LiveId" clId="{83C675B0-EF10-49B0-955B-5F6D5BD00D42}" dt="2025-10-12T21:05:56.124" v="181" actId="20577"/>
        <pc:sldMkLst>
          <pc:docMk/>
          <pc:sldMk cId="2215106067" sldId="299"/>
        </pc:sldMkLst>
        <pc:spChg chg="mod">
          <ac:chgData name="Hamdy Bakry" userId="ee865345f39d1fa7" providerId="LiveId" clId="{83C675B0-EF10-49B0-955B-5F6D5BD00D42}" dt="2025-10-12T21:05:56.124" v="181" actId="20577"/>
          <ac:spMkLst>
            <pc:docMk/>
            <pc:sldMk cId="2215106067" sldId="299"/>
            <ac:spMk id="3" creationId="{15326C7A-CAB7-498D-8743-54E8329A6839}"/>
          </ac:spMkLst>
        </pc:spChg>
      </pc:sldChg>
      <pc:sldChg chg="addSp modSp mod">
        <pc:chgData name="Hamdy Bakry" userId="ee865345f39d1fa7" providerId="LiveId" clId="{83C675B0-EF10-49B0-955B-5F6D5BD00D42}" dt="2025-10-14T17:09:20.467" v="479" actId="1038"/>
        <pc:sldMkLst>
          <pc:docMk/>
          <pc:sldMk cId="2901749493" sldId="302"/>
        </pc:sldMkLst>
        <pc:spChg chg="mod">
          <ac:chgData name="Hamdy Bakry" userId="ee865345f39d1fa7" providerId="LiveId" clId="{83C675B0-EF10-49B0-955B-5F6D5BD00D42}" dt="2025-10-14T17:00:05.947" v="469" actId="20577"/>
          <ac:spMkLst>
            <pc:docMk/>
            <pc:sldMk cId="2901749493" sldId="302"/>
            <ac:spMk id="3" creationId="{18C6D39C-E91E-49F8-80C0-C923551C8E30}"/>
          </ac:spMkLst>
        </pc:spChg>
        <pc:picChg chg="add mod">
          <ac:chgData name="Hamdy Bakry" userId="ee865345f39d1fa7" providerId="LiveId" clId="{83C675B0-EF10-49B0-955B-5F6D5BD00D42}" dt="2025-10-14T17:09:20.467" v="479" actId="1038"/>
          <ac:picMkLst>
            <pc:docMk/>
            <pc:sldMk cId="2901749493" sldId="302"/>
            <ac:picMk id="4" creationId="{048A9176-62E6-C4BA-D0E9-42C6DF2CB1EF}"/>
          </ac:picMkLst>
        </pc:picChg>
      </pc:sldChg>
      <pc:sldChg chg="modSp mod">
        <pc:chgData name="Hamdy Bakry" userId="ee865345f39d1fa7" providerId="LiveId" clId="{83C675B0-EF10-49B0-955B-5F6D5BD00D42}" dt="2025-10-12T21:11:25.438" v="221" actId="20577"/>
        <pc:sldMkLst>
          <pc:docMk/>
          <pc:sldMk cId="1629915315" sldId="304"/>
        </pc:sldMkLst>
        <pc:spChg chg="mod">
          <ac:chgData name="Hamdy Bakry" userId="ee865345f39d1fa7" providerId="LiveId" clId="{83C675B0-EF10-49B0-955B-5F6D5BD00D42}" dt="2025-10-12T21:10:57.425" v="218" actId="6549"/>
          <ac:spMkLst>
            <pc:docMk/>
            <pc:sldMk cId="1629915315" sldId="304"/>
            <ac:spMk id="3" creationId="{1B60FDFA-EF17-4741-95C2-7F7BB25FC232}"/>
          </ac:spMkLst>
        </pc:spChg>
        <pc:spChg chg="mod">
          <ac:chgData name="Hamdy Bakry" userId="ee865345f39d1fa7" providerId="LiveId" clId="{83C675B0-EF10-49B0-955B-5F6D5BD00D42}" dt="2025-10-12T21:11:25.438" v="221" actId="20577"/>
          <ac:spMkLst>
            <pc:docMk/>
            <pc:sldMk cId="1629915315" sldId="304"/>
            <ac:spMk id="6" creationId="{4495951B-9CC3-30B5-35C9-D3B32E551CCE}"/>
          </ac:spMkLst>
        </pc:spChg>
      </pc:sldChg>
      <pc:sldChg chg="modSp mod">
        <pc:chgData name="Hamdy Bakry" userId="ee865345f39d1fa7" providerId="LiveId" clId="{83C675B0-EF10-49B0-955B-5F6D5BD00D42}" dt="2025-10-12T20:45:25.226" v="43" actId="115"/>
        <pc:sldMkLst>
          <pc:docMk/>
          <pc:sldMk cId="898052087" sldId="306"/>
        </pc:sldMkLst>
        <pc:spChg chg="mod">
          <ac:chgData name="Hamdy Bakry" userId="ee865345f39d1fa7" providerId="LiveId" clId="{83C675B0-EF10-49B0-955B-5F6D5BD00D42}" dt="2025-10-12T20:45:25.226" v="43" actId="115"/>
          <ac:spMkLst>
            <pc:docMk/>
            <pc:sldMk cId="898052087" sldId="306"/>
            <ac:spMk id="3" creationId="{2DA73C00-99FF-4773-B52C-14EB4EC8F0A4}"/>
          </ac:spMkLst>
        </pc:spChg>
        <pc:graphicFrameChg chg="modGraphic">
          <ac:chgData name="Hamdy Bakry" userId="ee865345f39d1fa7" providerId="LiveId" clId="{83C675B0-EF10-49B0-955B-5F6D5BD00D42}" dt="2025-10-12T20:44:48.341" v="36" actId="20577"/>
          <ac:graphicFrameMkLst>
            <pc:docMk/>
            <pc:sldMk cId="898052087" sldId="306"/>
            <ac:graphicFrameMk id="5" creationId="{FE4B8B1C-28EB-448F-B1B4-73957EB6BC02}"/>
          </ac:graphicFrameMkLst>
        </pc:graphicFrameChg>
      </pc:sldChg>
      <pc:sldChg chg="modNotesTx">
        <pc:chgData name="Hamdy Bakry" userId="ee865345f39d1fa7" providerId="LiveId" clId="{83C675B0-EF10-49B0-955B-5F6D5BD00D42}" dt="2025-10-12T21:15:58.017" v="326" actId="20577"/>
        <pc:sldMkLst>
          <pc:docMk/>
          <pc:sldMk cId="321281220" sldId="308"/>
        </pc:sldMkLst>
      </pc:sldChg>
      <pc:sldChg chg="modSp mod">
        <pc:chgData name="Hamdy Bakry" userId="ee865345f39d1fa7" providerId="LiveId" clId="{83C675B0-EF10-49B0-955B-5F6D5BD00D42}" dt="2025-10-12T21:15:59.404" v="328" actId="404"/>
        <pc:sldMkLst>
          <pc:docMk/>
          <pc:sldMk cId="494065241" sldId="314"/>
        </pc:sldMkLst>
        <pc:spChg chg="mod">
          <ac:chgData name="Hamdy Bakry" userId="ee865345f39d1fa7" providerId="LiveId" clId="{83C675B0-EF10-49B0-955B-5F6D5BD00D42}" dt="2025-10-12T21:15:51.409" v="318" actId="20577"/>
          <ac:spMkLst>
            <pc:docMk/>
            <pc:sldMk cId="494065241" sldId="314"/>
            <ac:spMk id="3" creationId="{39C92B9E-5B84-4505-A4EF-3081166CA238}"/>
          </ac:spMkLst>
        </pc:spChg>
        <pc:spChg chg="mod">
          <ac:chgData name="Hamdy Bakry" userId="ee865345f39d1fa7" providerId="LiveId" clId="{83C675B0-EF10-49B0-955B-5F6D5BD00D42}" dt="2025-10-12T21:15:59.404" v="328" actId="404"/>
          <ac:spMkLst>
            <pc:docMk/>
            <pc:sldMk cId="494065241" sldId="314"/>
            <ac:spMk id="6" creationId="{AC6B57BA-5AA2-4703-9923-109D9BA4069D}"/>
          </ac:spMkLst>
        </pc:spChg>
      </pc:sldChg>
      <pc:sldChg chg="modSp mod">
        <pc:chgData name="Hamdy Bakry" userId="ee865345f39d1fa7" providerId="LiveId" clId="{83C675B0-EF10-49B0-955B-5F6D5BD00D42}" dt="2025-10-12T21:16:54.381" v="329" actId="20577"/>
        <pc:sldMkLst>
          <pc:docMk/>
          <pc:sldMk cId="2618511853" sldId="319"/>
        </pc:sldMkLst>
        <pc:spChg chg="mod">
          <ac:chgData name="Hamdy Bakry" userId="ee865345f39d1fa7" providerId="LiveId" clId="{83C675B0-EF10-49B0-955B-5F6D5BD00D42}" dt="2025-10-12T21:16:54.381" v="329" actId="20577"/>
          <ac:spMkLst>
            <pc:docMk/>
            <pc:sldMk cId="2618511853" sldId="319"/>
            <ac:spMk id="5" creationId="{BA4C5D0F-63EA-5757-6FE3-FE979302942C}"/>
          </ac:spMkLst>
        </pc:spChg>
      </pc:sldChg>
      <pc:sldChg chg="modSp">
        <pc:chgData name="Hamdy Bakry" userId="ee865345f39d1fa7" providerId="LiveId" clId="{83C675B0-EF10-49B0-955B-5F6D5BD00D42}" dt="2025-10-12T21:28:05.078" v="457" actId="113"/>
        <pc:sldMkLst>
          <pc:docMk/>
          <pc:sldMk cId="146417182" sldId="324"/>
        </pc:sldMkLst>
        <pc:graphicFrameChg chg="mod">
          <ac:chgData name="Hamdy Bakry" userId="ee865345f39d1fa7" providerId="LiveId" clId="{83C675B0-EF10-49B0-955B-5F6D5BD00D42}" dt="2025-10-12T21:28:05.078" v="457" actId="113"/>
          <ac:graphicFrameMkLst>
            <pc:docMk/>
            <pc:sldMk cId="146417182" sldId="324"/>
            <ac:graphicFrameMk id="6" creationId="{BD164DEF-C856-8339-BF94-59B8D9CCA42A}"/>
          </ac:graphicFrameMkLst>
        </pc:graphicFrameChg>
      </pc:sldChg>
      <pc:sldChg chg="addSp delSp modSp mod">
        <pc:chgData name="Hamdy Bakry" userId="ee865345f39d1fa7" providerId="LiveId" clId="{83C675B0-EF10-49B0-955B-5F6D5BD00D42}" dt="2025-10-12T21:10:35.273" v="207" actId="1076"/>
        <pc:sldMkLst>
          <pc:docMk/>
          <pc:sldMk cId="1810711772" sldId="325"/>
        </pc:sldMkLst>
        <pc:spChg chg="mod">
          <ac:chgData name="Hamdy Bakry" userId="ee865345f39d1fa7" providerId="LiveId" clId="{83C675B0-EF10-49B0-955B-5F6D5BD00D42}" dt="2025-10-12T21:07:32.952" v="205" actId="6549"/>
          <ac:spMkLst>
            <pc:docMk/>
            <pc:sldMk cId="1810711772" sldId="325"/>
            <ac:spMk id="7" creationId="{E209F2AB-FCEF-B3AE-17B6-7FA926C10BA5}"/>
          </ac:spMkLst>
        </pc:spChg>
        <pc:picChg chg="mod">
          <ac:chgData name="Hamdy Bakry" userId="ee865345f39d1fa7" providerId="LiveId" clId="{83C675B0-EF10-49B0-955B-5F6D5BD00D42}" dt="2025-10-12T21:10:35.273" v="207" actId="1076"/>
          <ac:picMkLst>
            <pc:docMk/>
            <pc:sldMk cId="1810711772" sldId="325"/>
            <ac:picMk id="11" creationId="{C2339BCB-C2AD-F3FD-231D-4D1D05F981B6}"/>
          </ac:picMkLst>
        </pc:picChg>
        <pc:picChg chg="add del">
          <ac:chgData name="Hamdy Bakry" userId="ee865345f39d1fa7" providerId="LiveId" clId="{83C675B0-EF10-49B0-955B-5F6D5BD00D42}" dt="2025-10-12T21:07:01.048" v="200" actId="478"/>
          <ac:picMkLst>
            <pc:docMk/>
            <pc:sldMk cId="1810711772" sldId="325"/>
            <ac:picMk id="13" creationId="{1F7EC76F-8A69-3E3B-28F7-1E9FE91C0E60}"/>
          </ac:picMkLst>
        </pc:picChg>
      </pc:sldChg>
      <pc:sldChg chg="modSp">
        <pc:chgData name="Hamdy Bakry" userId="ee865345f39d1fa7" providerId="LiveId" clId="{83C675B0-EF10-49B0-955B-5F6D5BD00D42}" dt="2025-10-12T21:13:03.116" v="231" actId="20577"/>
        <pc:sldMkLst>
          <pc:docMk/>
          <pc:sldMk cId="1675756673" sldId="327"/>
        </pc:sldMkLst>
        <pc:graphicFrameChg chg="mod">
          <ac:chgData name="Hamdy Bakry" userId="ee865345f39d1fa7" providerId="LiveId" clId="{83C675B0-EF10-49B0-955B-5F6D5BD00D42}" dt="2025-10-12T21:13:03.116" v="231" actId="20577"/>
          <ac:graphicFrameMkLst>
            <pc:docMk/>
            <pc:sldMk cId="1675756673" sldId="327"/>
            <ac:graphicFrameMk id="7" creationId="{AB79F550-4A5D-484A-BF5A-7A5769810FB1}"/>
          </ac:graphicFrameMkLst>
        </pc:graphicFrameChg>
      </pc:sldChg>
    </pc:docChg>
  </pc:docChgLst>
  <pc:docChgLst>
    <pc:chgData name="Hamdy Bakry" userId="ee865345f39d1fa7" providerId="LiveId" clId="{0292BD3D-53D8-4FC0-8760-A0E178DE5F9E}"/>
    <pc:docChg chg="undo redo custSel addSld delSld modSld sldOrd">
      <pc:chgData name="Hamdy Bakry" userId="ee865345f39d1fa7" providerId="LiveId" clId="{0292BD3D-53D8-4FC0-8760-A0E178DE5F9E}" dt="2024-11-02T20:30:30.820" v="628" actId="26606"/>
      <pc:docMkLst>
        <pc:docMk/>
      </pc:docMkLst>
      <pc:sldChg chg="modSp mod">
        <pc:chgData name="Hamdy Bakry" userId="ee865345f39d1fa7" providerId="LiveId" clId="{0292BD3D-53D8-4FC0-8760-A0E178DE5F9E}" dt="2024-10-31T00:10:59.690" v="516" actId="20577"/>
        <pc:sldMkLst>
          <pc:docMk/>
          <pc:sldMk cId="2526452201" sldId="256"/>
        </pc:sldMkLst>
      </pc:sldChg>
      <pc:sldChg chg="modSp del mod">
        <pc:chgData name="Hamdy Bakry" userId="ee865345f39d1fa7" providerId="LiveId" clId="{0292BD3D-53D8-4FC0-8760-A0E178DE5F9E}" dt="2024-10-30T22:57:24.979" v="167" actId="47"/>
        <pc:sldMkLst>
          <pc:docMk/>
          <pc:sldMk cId="2200402480" sldId="264"/>
        </pc:sldMkLst>
      </pc:sldChg>
      <pc:sldChg chg="modSp add del mod">
        <pc:chgData name="Hamdy Bakry" userId="ee865345f39d1fa7" providerId="LiveId" clId="{0292BD3D-53D8-4FC0-8760-A0E178DE5F9E}" dt="2024-10-30T23:36:17.375" v="454" actId="47"/>
        <pc:sldMkLst>
          <pc:docMk/>
          <pc:sldMk cId="77693463" sldId="272"/>
        </pc:sldMkLst>
      </pc:sldChg>
      <pc:sldChg chg="modSp add del mod">
        <pc:chgData name="Hamdy Bakry" userId="ee865345f39d1fa7" providerId="LiveId" clId="{0292BD3D-53D8-4FC0-8760-A0E178DE5F9E}" dt="2024-10-30T23:36:20.914" v="456" actId="47"/>
        <pc:sldMkLst>
          <pc:docMk/>
          <pc:sldMk cId="117346156" sldId="273"/>
        </pc:sldMkLst>
      </pc:sldChg>
      <pc:sldChg chg="add del">
        <pc:chgData name="Hamdy Bakry" userId="ee865345f39d1fa7" providerId="LiveId" clId="{0292BD3D-53D8-4FC0-8760-A0E178DE5F9E}" dt="2024-10-30T23:36:26" v="457" actId="47"/>
        <pc:sldMkLst>
          <pc:docMk/>
          <pc:sldMk cId="2937534210" sldId="274"/>
        </pc:sldMkLst>
      </pc:sldChg>
      <pc:sldChg chg="ord">
        <pc:chgData name="Hamdy Bakry" userId="ee865345f39d1fa7" providerId="LiveId" clId="{0292BD3D-53D8-4FC0-8760-A0E178DE5F9E}" dt="2024-10-30T22:51:12.345" v="101"/>
        <pc:sldMkLst>
          <pc:docMk/>
          <pc:sldMk cId="3204216962" sldId="279"/>
        </pc:sldMkLst>
      </pc:sldChg>
      <pc:sldChg chg="modSp add del mod">
        <pc:chgData name="Hamdy Bakry" userId="ee865345f39d1fa7" providerId="LiveId" clId="{0292BD3D-53D8-4FC0-8760-A0E178DE5F9E}" dt="2024-10-30T23:26:37.404" v="316" actId="47"/>
        <pc:sldMkLst>
          <pc:docMk/>
          <pc:sldMk cId="1810453933" sldId="281"/>
        </pc:sldMkLst>
      </pc:sldChg>
      <pc:sldChg chg="modSp">
        <pc:chgData name="Hamdy Bakry" userId="ee865345f39d1fa7" providerId="LiveId" clId="{0292BD3D-53D8-4FC0-8760-A0E178DE5F9E}" dt="2024-10-30T23:38:49.666" v="458"/>
        <pc:sldMkLst>
          <pc:docMk/>
          <pc:sldMk cId="3367163206" sldId="282"/>
        </pc:sldMkLst>
      </pc:sldChg>
      <pc:sldChg chg="modSp add del mod">
        <pc:chgData name="Hamdy Bakry" userId="ee865345f39d1fa7" providerId="LiveId" clId="{0292BD3D-53D8-4FC0-8760-A0E178DE5F9E}" dt="2024-10-30T23:36:18.650" v="455" actId="47"/>
        <pc:sldMkLst>
          <pc:docMk/>
          <pc:sldMk cId="57154730" sldId="283"/>
        </pc:sldMkLst>
      </pc:sldChg>
      <pc:sldChg chg="modSp mod">
        <pc:chgData name="Hamdy Bakry" userId="ee865345f39d1fa7" providerId="LiveId" clId="{0292BD3D-53D8-4FC0-8760-A0E178DE5F9E}" dt="2024-10-30T23:39:59.651" v="471" actId="114"/>
        <pc:sldMkLst>
          <pc:docMk/>
          <pc:sldMk cId="3681843577" sldId="297"/>
        </pc:sldMkLst>
      </pc:sldChg>
      <pc:sldChg chg="modSp mod">
        <pc:chgData name="Hamdy Bakry" userId="ee865345f39d1fa7" providerId="LiveId" clId="{0292BD3D-53D8-4FC0-8760-A0E178DE5F9E}" dt="2024-10-30T22:43:01.186" v="13" actId="20577"/>
        <pc:sldMkLst>
          <pc:docMk/>
          <pc:sldMk cId="2215106067" sldId="299"/>
        </pc:sldMkLst>
      </pc:sldChg>
      <pc:sldChg chg="del">
        <pc:chgData name="Hamdy Bakry" userId="ee865345f39d1fa7" providerId="LiveId" clId="{0292BD3D-53D8-4FC0-8760-A0E178DE5F9E}" dt="2024-10-31T16:48:35.519" v="555" actId="47"/>
        <pc:sldMkLst>
          <pc:docMk/>
          <pc:sldMk cId="713941018" sldId="300"/>
        </pc:sldMkLst>
      </pc:sldChg>
      <pc:sldChg chg="del">
        <pc:chgData name="Hamdy Bakry" userId="ee865345f39d1fa7" providerId="LiveId" clId="{0292BD3D-53D8-4FC0-8760-A0E178DE5F9E}" dt="2024-10-31T16:49:03.162" v="558" actId="47"/>
        <pc:sldMkLst>
          <pc:docMk/>
          <pc:sldMk cId="3518107080" sldId="301"/>
        </pc:sldMkLst>
      </pc:sldChg>
      <pc:sldChg chg="modSp mod">
        <pc:chgData name="Hamdy Bakry" userId="ee865345f39d1fa7" providerId="LiveId" clId="{0292BD3D-53D8-4FC0-8760-A0E178DE5F9E}" dt="2024-10-31T16:50:27.783" v="583" actId="1076"/>
        <pc:sldMkLst>
          <pc:docMk/>
          <pc:sldMk cId="2901749493" sldId="302"/>
        </pc:sldMkLst>
      </pc:sldChg>
      <pc:sldChg chg="del">
        <pc:chgData name="Hamdy Bakry" userId="ee865345f39d1fa7" providerId="LiveId" clId="{0292BD3D-53D8-4FC0-8760-A0E178DE5F9E}" dt="2024-10-30T23:40:35.392" v="472" actId="47"/>
        <pc:sldMkLst>
          <pc:docMk/>
          <pc:sldMk cId="1502024278" sldId="303"/>
        </pc:sldMkLst>
      </pc:sldChg>
      <pc:sldChg chg="addSp delSp modSp mod modClrScheme chgLayout">
        <pc:chgData name="Hamdy Bakry" userId="ee865345f39d1fa7" providerId="LiveId" clId="{0292BD3D-53D8-4FC0-8760-A0E178DE5F9E}" dt="2024-10-31T16:51:43.813" v="598" actId="242"/>
        <pc:sldMkLst>
          <pc:docMk/>
          <pc:sldMk cId="1629915315" sldId="304"/>
        </pc:sldMkLst>
      </pc:sldChg>
      <pc:sldChg chg="modSp del mod">
        <pc:chgData name="Hamdy Bakry" userId="ee865345f39d1fa7" providerId="LiveId" clId="{0292BD3D-53D8-4FC0-8760-A0E178DE5F9E}" dt="2024-10-31T16:51:09.545" v="593" actId="47"/>
        <pc:sldMkLst>
          <pc:docMk/>
          <pc:sldMk cId="3059894833" sldId="305"/>
        </pc:sldMkLst>
      </pc:sldChg>
      <pc:sldChg chg="modSp mod">
        <pc:chgData name="Hamdy Bakry" userId="ee865345f39d1fa7" providerId="LiveId" clId="{0292BD3D-53D8-4FC0-8760-A0E178DE5F9E}" dt="2024-10-31T16:53:20.300" v="607"/>
        <pc:sldMkLst>
          <pc:docMk/>
          <pc:sldMk cId="898052087" sldId="306"/>
        </pc:sldMkLst>
      </pc:sldChg>
      <pc:sldChg chg="modSp mod">
        <pc:chgData name="Hamdy Bakry" userId="ee865345f39d1fa7" providerId="LiveId" clId="{0292BD3D-53D8-4FC0-8760-A0E178DE5F9E}" dt="2024-10-30T23:42:03.886" v="477" actId="113"/>
        <pc:sldMkLst>
          <pc:docMk/>
          <pc:sldMk cId="321281220" sldId="308"/>
        </pc:sldMkLst>
      </pc:sldChg>
      <pc:sldChg chg="modSp mod">
        <pc:chgData name="Hamdy Bakry" userId="ee865345f39d1fa7" providerId="LiveId" clId="{0292BD3D-53D8-4FC0-8760-A0E178DE5F9E}" dt="2024-10-30T23:42:31.290" v="478" actId="115"/>
        <pc:sldMkLst>
          <pc:docMk/>
          <pc:sldMk cId="1442753262" sldId="311"/>
        </pc:sldMkLst>
      </pc:sldChg>
      <pc:sldChg chg="modSp mod">
        <pc:chgData name="Hamdy Bakry" userId="ee865345f39d1fa7" providerId="LiveId" clId="{0292BD3D-53D8-4FC0-8760-A0E178DE5F9E}" dt="2024-10-31T16:52:21.242" v="606"/>
        <pc:sldMkLst>
          <pc:docMk/>
          <pc:sldMk cId="1822735688" sldId="313"/>
        </pc:sldMkLst>
      </pc:sldChg>
      <pc:sldChg chg="modSp mod">
        <pc:chgData name="Hamdy Bakry" userId="ee865345f39d1fa7" providerId="LiveId" clId="{0292BD3D-53D8-4FC0-8760-A0E178DE5F9E}" dt="2024-10-30T22:56:34.643" v="165" actId="6549"/>
        <pc:sldMkLst>
          <pc:docMk/>
          <pc:sldMk cId="538789280" sldId="320"/>
        </pc:sldMkLst>
      </pc:sldChg>
      <pc:sldChg chg="modSp mod">
        <pc:chgData name="Hamdy Bakry" userId="ee865345f39d1fa7" providerId="LiveId" clId="{0292BD3D-53D8-4FC0-8760-A0E178DE5F9E}" dt="2024-10-30T23:43:13.197" v="482" actId="20577"/>
        <pc:sldMkLst>
          <pc:docMk/>
          <pc:sldMk cId="3628746410" sldId="321"/>
        </pc:sldMkLst>
      </pc:sldChg>
      <pc:sldChg chg="modSp mod">
        <pc:chgData name="Hamdy Bakry" userId="ee865345f39d1fa7" providerId="LiveId" clId="{0292BD3D-53D8-4FC0-8760-A0E178DE5F9E}" dt="2024-10-30T23:00:15.604" v="189" actId="6549"/>
        <pc:sldMkLst>
          <pc:docMk/>
          <pc:sldMk cId="1176542758" sldId="322"/>
        </pc:sldMkLst>
      </pc:sldChg>
      <pc:sldChg chg="addSp delSp modSp mod">
        <pc:chgData name="Hamdy Bakry" userId="ee865345f39d1fa7" providerId="LiveId" clId="{0292BD3D-53D8-4FC0-8760-A0E178DE5F9E}" dt="2024-10-30T23:46:55.123" v="512" actId="9405"/>
        <pc:sldMkLst>
          <pc:docMk/>
          <pc:sldMk cId="767841518" sldId="323"/>
        </pc:sldMkLst>
      </pc:sldChg>
      <pc:sldChg chg="addSp delSp modSp add del mod setBg chgLayout">
        <pc:chgData name="Hamdy Bakry" userId="ee865345f39d1fa7" providerId="LiveId" clId="{0292BD3D-53D8-4FC0-8760-A0E178DE5F9E}" dt="2024-11-02T20:30:30.820" v="628" actId="26606"/>
        <pc:sldMkLst>
          <pc:docMk/>
          <pc:sldMk cId="146417182" sldId="324"/>
        </pc:sldMkLst>
      </pc:sldChg>
      <pc:sldChg chg="addSp delSp modSp new mod modClrScheme chgLayout">
        <pc:chgData name="Hamdy Bakry" userId="ee865345f39d1fa7" providerId="LiveId" clId="{0292BD3D-53D8-4FC0-8760-A0E178DE5F9E}" dt="2024-10-31T16:51:32.066" v="596" actId="403"/>
        <pc:sldMkLst>
          <pc:docMk/>
          <pc:sldMk cId="1810711772" sldId="325"/>
        </pc:sldMkLst>
      </pc:sldChg>
    </pc:docChg>
  </pc:docChgLst>
  <pc:docChgLst>
    <pc:chgData name="Hamdy Bakry" userId="ee865345f39d1fa7" providerId="LiveId" clId="{01ADA080-8527-4A46-AB3B-C06EE96F9719}"/>
    <pc:docChg chg="undo redo custSel addSld delSld modSld">
      <pc:chgData name="Hamdy Bakry" userId="ee865345f39d1fa7" providerId="LiveId" clId="{01ADA080-8527-4A46-AB3B-C06EE96F9719}" dt="2025-05-11T12:20:35.907" v="409" actId="20577"/>
      <pc:docMkLst>
        <pc:docMk/>
      </pc:docMkLst>
      <pc:sldChg chg="mod modShow">
        <pc:chgData name="Hamdy Bakry" userId="ee865345f39d1fa7" providerId="LiveId" clId="{01ADA080-8527-4A46-AB3B-C06EE96F9719}" dt="2025-05-08T01:33:05.583" v="401" actId="729"/>
        <pc:sldMkLst>
          <pc:docMk/>
          <pc:sldMk cId="3204216962" sldId="279"/>
        </pc:sldMkLst>
      </pc:sldChg>
      <pc:sldChg chg="modSp mod">
        <pc:chgData name="Hamdy Bakry" userId="ee865345f39d1fa7" providerId="LiveId" clId="{01ADA080-8527-4A46-AB3B-C06EE96F9719}" dt="2025-05-05T20:21:41.158" v="3" actId="20577"/>
        <pc:sldMkLst>
          <pc:docMk/>
          <pc:sldMk cId="3367163206" sldId="282"/>
        </pc:sldMkLst>
      </pc:sldChg>
      <pc:sldChg chg="modSp mod">
        <pc:chgData name="Hamdy Bakry" userId="ee865345f39d1fa7" providerId="LiveId" clId="{01ADA080-8527-4A46-AB3B-C06EE96F9719}" dt="2025-05-05T20:30:25.895" v="189" actId="6549"/>
        <pc:sldMkLst>
          <pc:docMk/>
          <pc:sldMk cId="715697493" sldId="285"/>
        </pc:sldMkLst>
      </pc:sldChg>
      <pc:sldChg chg="modSp mod">
        <pc:chgData name="Hamdy Bakry" userId="ee865345f39d1fa7" providerId="LiveId" clId="{01ADA080-8527-4A46-AB3B-C06EE96F9719}" dt="2025-05-05T20:33:06.164" v="217" actId="115"/>
        <pc:sldMkLst>
          <pc:docMk/>
          <pc:sldMk cId="3638987946" sldId="287"/>
        </pc:sldMkLst>
      </pc:sldChg>
      <pc:sldChg chg="modSp mod">
        <pc:chgData name="Hamdy Bakry" userId="ee865345f39d1fa7" providerId="LiveId" clId="{01ADA080-8527-4A46-AB3B-C06EE96F9719}" dt="2025-05-05T20:31:15.045" v="203" actId="27636"/>
        <pc:sldMkLst>
          <pc:docMk/>
          <pc:sldMk cId="3014718504" sldId="296"/>
        </pc:sldMkLst>
      </pc:sldChg>
      <pc:sldChg chg="modSp mod">
        <pc:chgData name="Hamdy Bakry" userId="ee865345f39d1fa7" providerId="LiveId" clId="{01ADA080-8527-4A46-AB3B-C06EE96F9719}" dt="2025-05-05T20:32:10.758" v="209" actId="404"/>
        <pc:sldMkLst>
          <pc:docMk/>
          <pc:sldMk cId="3681843577" sldId="297"/>
        </pc:sldMkLst>
      </pc:sldChg>
      <pc:sldChg chg="modSp mod">
        <pc:chgData name="Hamdy Bakry" userId="ee865345f39d1fa7" providerId="LiveId" clId="{01ADA080-8527-4A46-AB3B-C06EE96F9719}" dt="2025-05-05T20:32:45.985" v="210" actId="115"/>
        <pc:sldMkLst>
          <pc:docMk/>
          <pc:sldMk cId="1341672930" sldId="298"/>
        </pc:sldMkLst>
      </pc:sldChg>
      <pc:sldChg chg="modSp mod">
        <pc:chgData name="Hamdy Bakry" userId="ee865345f39d1fa7" providerId="LiveId" clId="{01ADA080-8527-4A46-AB3B-C06EE96F9719}" dt="2025-05-05T20:28:00.127" v="79" actId="207"/>
        <pc:sldMkLst>
          <pc:docMk/>
          <pc:sldMk cId="898052087" sldId="306"/>
        </pc:sldMkLst>
      </pc:sldChg>
      <pc:sldChg chg="modSp mod">
        <pc:chgData name="Hamdy Bakry" userId="ee865345f39d1fa7" providerId="LiveId" clId="{01ADA080-8527-4A46-AB3B-C06EE96F9719}" dt="2025-05-05T20:46:42.499" v="399" actId="6549"/>
        <pc:sldMkLst>
          <pc:docMk/>
          <pc:sldMk cId="321281220" sldId="308"/>
        </pc:sldMkLst>
      </pc:sldChg>
      <pc:sldChg chg="modSp mod">
        <pc:chgData name="Hamdy Bakry" userId="ee865345f39d1fa7" providerId="LiveId" clId="{01ADA080-8527-4A46-AB3B-C06EE96F9719}" dt="2025-05-11T12:20:35.907" v="409" actId="20577"/>
        <pc:sldMkLst>
          <pc:docMk/>
          <pc:sldMk cId="538789280" sldId="320"/>
        </pc:sldMkLst>
      </pc:sldChg>
      <pc:sldChg chg="modSp">
        <pc:chgData name="Hamdy Bakry" userId="ee865345f39d1fa7" providerId="LiveId" clId="{01ADA080-8527-4A46-AB3B-C06EE96F9719}" dt="2025-05-05T20:49:12.407" v="400" actId="12100"/>
        <pc:sldMkLst>
          <pc:docMk/>
          <pc:sldMk cId="3628746410" sldId="321"/>
        </pc:sldMkLst>
      </pc:sldChg>
      <pc:sldChg chg="modSp">
        <pc:chgData name="Hamdy Bakry" userId="ee865345f39d1fa7" providerId="LiveId" clId="{01ADA080-8527-4A46-AB3B-C06EE96F9719}" dt="2025-05-05T20:33:36.827" v="219"/>
        <pc:sldMkLst>
          <pc:docMk/>
          <pc:sldMk cId="1106239629" sldId="326"/>
        </pc:sldMkLst>
      </pc:sldChg>
      <pc:sldChg chg="modSp add mod">
        <pc:chgData name="Hamdy Bakry" userId="ee865345f39d1fa7" providerId="LiveId" clId="{01ADA080-8527-4A46-AB3B-C06EE96F9719}" dt="2025-05-08T01:33:42.026" v="408" actId="20577"/>
        <pc:sldMkLst>
          <pc:docMk/>
          <pc:sldMk cId="1675756673" sldId="327"/>
        </pc:sldMkLst>
      </pc:sldChg>
      <pc:sldChg chg="modSp add del mod">
        <pc:chgData name="Hamdy Bakry" userId="ee865345f39d1fa7" providerId="LiveId" clId="{01ADA080-8527-4A46-AB3B-C06EE96F9719}" dt="2025-05-05T20:28:38.166" v="80" actId="2696"/>
        <pc:sldMkLst>
          <pc:docMk/>
          <pc:sldMk cId="3858432391" sldId="32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57E3D0-CE57-4507-A38B-AF8AE70231A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80CAFE-BC4E-4AD5-B7E8-2734D5AE1D7B}">
      <dgm:prSet phldrT="[Text]" custT="1"/>
      <dgm:spPr/>
      <dgm:t>
        <a:bodyPr/>
        <a:lstStyle/>
        <a:p>
          <a:pPr algn="ctr"/>
          <a:r>
            <a:rPr lang="en-US" sz="1400" b="1" dirty="0"/>
            <a:t>Initial management</a:t>
          </a:r>
        </a:p>
        <a:p>
          <a:pPr algn="l"/>
          <a:r>
            <a:rPr lang="en-US" sz="1200" dirty="0"/>
            <a:t> • Admit to L&amp;D</a:t>
          </a:r>
          <a:br>
            <a:rPr lang="en-US" sz="1200" dirty="0"/>
          </a:br>
          <a:r>
            <a:rPr lang="en-US" sz="1200" dirty="0"/>
            <a:t> • Confirm the diagnosis</a:t>
          </a:r>
          <a:br>
            <a:rPr lang="en-US" sz="1200" dirty="0"/>
          </a:br>
          <a:r>
            <a:rPr lang="en-US" sz="1200" dirty="0"/>
            <a:t> • Exclude other diagnoses</a:t>
          </a:r>
          <a:br>
            <a:rPr lang="en-US" sz="1200" dirty="0"/>
          </a:br>
          <a:r>
            <a:rPr lang="en-US" sz="1200" dirty="0"/>
            <a:t> • Confirm GA</a:t>
          </a:r>
          <a:br>
            <a:rPr lang="en-US" sz="1200" dirty="0"/>
          </a:br>
          <a:r>
            <a:rPr lang="en-US" sz="1200" dirty="0"/>
            <a:t> • Monitor uterine activity</a:t>
          </a:r>
        </a:p>
      </dgm:t>
    </dgm:pt>
    <dgm:pt modelId="{B7F3963F-E253-4F37-8FD2-3C87E1D346A1}" type="parTrans" cxnId="{F126BB5C-4F72-48CB-A0DD-DE2FCDC07A99}">
      <dgm:prSet/>
      <dgm:spPr/>
      <dgm:t>
        <a:bodyPr/>
        <a:lstStyle/>
        <a:p>
          <a:endParaRPr lang="en-US"/>
        </a:p>
      </dgm:t>
    </dgm:pt>
    <dgm:pt modelId="{45FD9ADF-38A9-4582-A797-69E83C2A2F3D}" type="sibTrans" cxnId="{F126BB5C-4F72-48CB-A0DD-DE2FCDC07A99}">
      <dgm:prSet/>
      <dgm:spPr/>
      <dgm:t>
        <a:bodyPr/>
        <a:lstStyle/>
        <a:p>
          <a:endParaRPr lang="en-US"/>
        </a:p>
      </dgm:t>
    </dgm:pt>
    <dgm:pt modelId="{728EE6DE-4690-4A46-97E8-C753A8D19081}">
      <dgm:prSet phldrT="[Text]" custT="1"/>
      <dgm:spPr/>
      <dgm:t>
        <a:bodyPr/>
        <a:lstStyle/>
        <a:p>
          <a:r>
            <a:rPr lang="en-US" sz="1400" dirty="0"/>
            <a:t>Any YES</a:t>
          </a:r>
        </a:p>
      </dgm:t>
    </dgm:pt>
    <dgm:pt modelId="{7BE49214-F4F1-4E6D-AA5E-DC8C8A03DD9A}" type="parTrans" cxnId="{3AA41E3B-A9D2-4E6F-935E-43D329B3469D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E05C28A0-6DCB-4B28-B080-1EAB3963BCCD}" type="sibTrans" cxnId="{3AA41E3B-A9D2-4E6F-935E-43D329B3469D}">
      <dgm:prSet/>
      <dgm:spPr/>
      <dgm:t>
        <a:bodyPr/>
        <a:lstStyle/>
        <a:p>
          <a:endParaRPr lang="en-US"/>
        </a:p>
      </dgm:t>
    </dgm:pt>
    <dgm:pt modelId="{09F828F9-8E07-45E2-808C-3F531B052671}">
      <dgm:prSet phldrT="[Text]" custT="1"/>
      <dgm:spPr/>
      <dgm:t>
        <a:bodyPr/>
        <a:lstStyle/>
        <a:p>
          <a:r>
            <a:rPr lang="en-US" sz="1400" dirty="0"/>
            <a:t>All NO</a:t>
          </a:r>
        </a:p>
      </dgm:t>
    </dgm:pt>
    <dgm:pt modelId="{F879D11D-BEB3-41DF-B249-B5BF2F3C4EFE}" type="parTrans" cxnId="{A040F727-340D-46D2-A4EF-D128405F4B47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07C60867-9E9F-4394-B9D2-1ECC3E8FA90B}" type="sibTrans" cxnId="{A040F727-340D-46D2-A4EF-D128405F4B47}">
      <dgm:prSet/>
      <dgm:spPr/>
      <dgm:t>
        <a:bodyPr/>
        <a:lstStyle/>
        <a:p>
          <a:endParaRPr lang="en-US"/>
        </a:p>
      </dgm:t>
    </dgm:pt>
    <dgm:pt modelId="{BBA56660-B093-4668-80DE-9C49547D61E5}">
      <dgm:prSet custT="1"/>
      <dgm:spPr/>
      <dgm:t>
        <a:bodyPr/>
        <a:lstStyle/>
        <a:p>
          <a:r>
            <a:rPr lang="en-US" sz="1400" b="1" dirty="0"/>
            <a:t>Immediate delivery</a:t>
          </a:r>
        </a:p>
      </dgm:t>
    </dgm:pt>
    <dgm:pt modelId="{2C7AC803-1ADC-4AB2-B989-EFEBB6051674}" type="parTrans" cxnId="{196E426B-B8C3-41E4-803D-467C5EC98AA5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1025E9FD-0355-4519-9E24-C8005E358C6F}" type="sibTrans" cxnId="{196E426B-B8C3-41E4-803D-467C5EC98AA5}">
      <dgm:prSet/>
      <dgm:spPr/>
      <dgm:t>
        <a:bodyPr/>
        <a:lstStyle/>
        <a:p>
          <a:endParaRPr lang="en-US"/>
        </a:p>
      </dgm:t>
    </dgm:pt>
    <dgm:pt modelId="{7C2FD72F-8AD0-41BD-AE9B-B20DF3192B4E}">
      <dgm:prSet custT="1"/>
      <dgm:spPr/>
      <dgm:t>
        <a:bodyPr/>
        <a:lstStyle/>
        <a:p>
          <a:pPr algn="ctr">
            <a:buNone/>
          </a:pPr>
          <a:r>
            <a:rPr lang="en-US" sz="1400" b="1" dirty="0"/>
            <a:t>Continue expectant management</a:t>
          </a:r>
        </a:p>
        <a:p>
          <a:pPr algn="l">
            <a:buFont typeface="Arial" panose="020B0604020202020204" pitchFamily="34" charset="0"/>
            <a:buNone/>
          </a:pPr>
          <a:r>
            <a:rPr lang="en-US" sz="1200" dirty="0"/>
            <a:t> • ACS (consider if &lt;35 </a:t>
          </a:r>
          <a:r>
            <a:rPr lang="en-US" sz="1200" dirty="0" err="1"/>
            <a:t>wk</a:t>
          </a:r>
          <a:r>
            <a:rPr lang="en-US" sz="1200" dirty="0"/>
            <a:t>)</a:t>
          </a:r>
          <a:br>
            <a:rPr lang="en-US" sz="1200" dirty="0"/>
          </a:br>
          <a:r>
            <a:rPr lang="en-US" sz="1200" dirty="0"/>
            <a:t> • </a:t>
          </a:r>
          <a:r>
            <a:rPr lang="en-US" sz="1200" dirty="0" err="1"/>
            <a:t>ABx</a:t>
          </a:r>
          <a:br>
            <a:rPr lang="en-US" sz="1200" dirty="0"/>
          </a:br>
          <a:r>
            <a:rPr lang="en-US" sz="1200" dirty="0"/>
            <a:t> • MgSO4 (consider &lt;34 </a:t>
          </a:r>
          <a:r>
            <a:rPr lang="en-US" sz="1200" dirty="0" err="1"/>
            <a:t>wk</a:t>
          </a:r>
          <a:r>
            <a:rPr lang="en-US" sz="1200" dirty="0"/>
            <a:t> if est. PTL)</a:t>
          </a:r>
          <a:br>
            <a:rPr lang="en-US" sz="1200" dirty="0"/>
          </a:br>
          <a:r>
            <a:rPr lang="en-US" sz="1200" dirty="0"/>
            <a:t> • Fetal surveillance </a:t>
          </a:r>
        </a:p>
      </dgm:t>
    </dgm:pt>
    <dgm:pt modelId="{1DB8DD13-358B-4BA0-8EDC-CBAA49CFFA63}" type="parTrans" cxnId="{11450D62-4AD0-4759-8761-9471C616E633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1C9D09FC-0C58-45AB-BC94-B387D629833F}" type="sibTrans" cxnId="{11450D62-4AD0-4759-8761-9471C616E633}">
      <dgm:prSet/>
      <dgm:spPr/>
      <dgm:t>
        <a:bodyPr/>
        <a:lstStyle/>
        <a:p>
          <a:endParaRPr lang="en-US"/>
        </a:p>
      </dgm:t>
    </dgm:pt>
    <dgm:pt modelId="{14EF6507-E0C0-4389-B8B1-E749A0EF74C7}">
      <dgm:prSet custT="1"/>
      <dgm:spPr/>
      <dgm:t>
        <a:bodyPr/>
        <a:lstStyle/>
        <a:p>
          <a:pPr eaLnBrk="1" latinLnBrk="0"/>
          <a:r>
            <a:rPr lang="en-US" sz="1400" dirty="0"/>
            <a:t>&lt; 24 </a:t>
          </a:r>
          <a:r>
            <a:rPr lang="en-US" sz="1400" dirty="0" err="1"/>
            <a:t>wk</a:t>
          </a:r>
          <a:endParaRPr lang="en-US" sz="1400" dirty="0"/>
        </a:p>
      </dgm:t>
    </dgm:pt>
    <dgm:pt modelId="{8E6EB243-8F3D-4828-A82A-CD4A6A87E8DB}" type="parTrans" cxnId="{AF3B4B41-9471-444B-9108-FFBA365BD2FB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D0FBD536-4D6D-4739-9C88-101AD513C641}" type="sibTrans" cxnId="{AF3B4B41-9471-444B-9108-FFBA365BD2FB}">
      <dgm:prSet/>
      <dgm:spPr/>
      <dgm:t>
        <a:bodyPr/>
        <a:lstStyle/>
        <a:p>
          <a:endParaRPr lang="en-US"/>
        </a:p>
      </dgm:t>
    </dgm:pt>
    <dgm:pt modelId="{A0E717A6-9757-4395-85CD-23188FE30CDE}">
      <dgm:prSet custT="1"/>
      <dgm:spPr/>
      <dgm:t>
        <a:bodyPr/>
        <a:lstStyle/>
        <a:p>
          <a:r>
            <a:rPr lang="en-US" sz="1400" dirty="0"/>
            <a:t>24 – 33</a:t>
          </a:r>
          <a:r>
            <a:rPr lang="en-US" sz="1400" baseline="30000" dirty="0"/>
            <a:t>+6</a:t>
          </a:r>
          <a:r>
            <a:rPr lang="en-US" sz="1400" dirty="0"/>
            <a:t> </a:t>
          </a:r>
          <a:r>
            <a:rPr lang="en-US" sz="1400" dirty="0" err="1"/>
            <a:t>wk</a:t>
          </a:r>
          <a:endParaRPr lang="en-US" sz="1400" dirty="0"/>
        </a:p>
      </dgm:t>
    </dgm:pt>
    <dgm:pt modelId="{A5F36C33-486A-46AB-827C-668C0E9AB8EE}" type="parTrans" cxnId="{C6097FFE-1B5F-48D9-AE9C-63EB6F7B7E7E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83B92561-CD82-4EA6-A758-5BB3BB519D0A}" type="sibTrans" cxnId="{C6097FFE-1B5F-48D9-AE9C-63EB6F7B7E7E}">
      <dgm:prSet/>
      <dgm:spPr/>
      <dgm:t>
        <a:bodyPr/>
        <a:lstStyle/>
        <a:p>
          <a:endParaRPr lang="en-US"/>
        </a:p>
      </dgm:t>
    </dgm:pt>
    <dgm:pt modelId="{0B29B0B0-B36A-4999-A6B8-AA6D764B66F8}">
      <dgm:prSet custT="1"/>
      <dgm:spPr/>
      <dgm:t>
        <a:bodyPr/>
        <a:lstStyle/>
        <a:p>
          <a:r>
            <a:rPr lang="en-US" sz="1400" b="1" dirty="0"/>
            <a:t>Offer TOP </a:t>
          </a:r>
          <a:br>
            <a:rPr lang="en-US" sz="1400" b="1" dirty="0"/>
          </a:br>
          <a:r>
            <a:rPr lang="en-US" sz="1400" b="1" dirty="0"/>
            <a:t>? or expectant management</a:t>
          </a:r>
        </a:p>
      </dgm:t>
    </dgm:pt>
    <dgm:pt modelId="{229E42D7-B564-4EE8-937F-F92FBCEBAA74}" type="parTrans" cxnId="{65494F85-7C02-439B-9386-E8E01DC018B0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F6E0D320-10BE-4C68-9830-3676B1A53987}" type="sibTrans" cxnId="{65494F85-7C02-439B-9386-E8E01DC018B0}">
      <dgm:prSet/>
      <dgm:spPr/>
      <dgm:t>
        <a:bodyPr/>
        <a:lstStyle/>
        <a:p>
          <a:endParaRPr lang="en-US"/>
        </a:p>
      </dgm:t>
    </dgm:pt>
    <dgm:pt modelId="{0470B48F-EAC4-4800-888C-F866ED6118A2}">
      <dgm:prSet phldrT="[Text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sz="1200" b="1" dirty="0"/>
            <a:t>Check for contraindications to expectant management</a:t>
          </a:r>
        </a:p>
        <a:p>
          <a:pPr algn="l"/>
          <a:r>
            <a:rPr lang="en-US" sz="1200" dirty="0"/>
            <a:t> • </a:t>
          </a:r>
          <a:r>
            <a:rPr lang="en-US" sz="1200" b="1" dirty="0"/>
            <a:t>GA ≥ 34 </a:t>
          </a:r>
          <a:r>
            <a:rPr lang="en-US" sz="1200" b="1" dirty="0" err="1"/>
            <a:t>wk</a:t>
          </a:r>
          <a:r>
            <a:rPr lang="en-US" sz="1200" b="1" dirty="0"/>
            <a:t> </a:t>
          </a:r>
          <a:br>
            <a:rPr lang="en-US" sz="1200" dirty="0"/>
          </a:br>
          <a:r>
            <a:rPr lang="en-US" sz="1200" dirty="0"/>
            <a:t> • Intraamniotic infection</a:t>
          </a:r>
          <a:br>
            <a:rPr lang="en-US" sz="1200" dirty="0"/>
          </a:br>
          <a:r>
            <a:rPr lang="en-US" sz="1200" dirty="0"/>
            <a:t> • Non-reassuring fetal testing</a:t>
          </a:r>
          <a:br>
            <a:rPr lang="en-US" sz="1200" dirty="0"/>
          </a:br>
          <a:r>
            <a:rPr lang="en-US" sz="1200" dirty="0"/>
            <a:t> • Established PTL</a:t>
          </a:r>
          <a:br>
            <a:rPr lang="en-US" sz="1200" dirty="0"/>
          </a:br>
          <a:r>
            <a:rPr lang="en-US" sz="1200" dirty="0"/>
            <a:t> • Excessive bleeding</a:t>
          </a:r>
        </a:p>
      </dgm:t>
    </dgm:pt>
    <dgm:pt modelId="{53408EC0-2B54-4ACF-8FB7-0EECE0C92112}" type="parTrans" cxnId="{8179CE7F-A209-49B7-A4C0-9D69C24ACBAF}">
      <dgm:prSet/>
      <dgm:spPr/>
      <dgm:t>
        <a:bodyPr/>
        <a:lstStyle/>
        <a:p>
          <a:endParaRPr lang="en-US"/>
        </a:p>
      </dgm:t>
    </dgm:pt>
    <dgm:pt modelId="{0DB02323-F336-428C-BFAC-0003DAEF5723}" type="sibTrans" cxnId="{8179CE7F-A209-49B7-A4C0-9D69C24ACBAF}">
      <dgm:prSet/>
      <dgm:spPr/>
      <dgm:t>
        <a:bodyPr/>
        <a:lstStyle/>
        <a:p>
          <a:endParaRPr lang="en-US"/>
        </a:p>
      </dgm:t>
    </dgm:pt>
    <dgm:pt modelId="{1D12DB75-4DE4-4E64-8E0B-3E95442D9170}" type="pres">
      <dgm:prSet presAssocID="{0057E3D0-CE57-4507-A38B-AF8AE70231A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2C507FE-3424-4B89-AD02-16F9773B7310}" type="pres">
      <dgm:prSet presAssocID="{E480CAFE-BC4E-4AD5-B7E8-2734D5AE1D7B}" presName="hierRoot1" presStyleCnt="0">
        <dgm:presLayoutVars>
          <dgm:hierBranch val="init"/>
        </dgm:presLayoutVars>
      </dgm:prSet>
      <dgm:spPr/>
    </dgm:pt>
    <dgm:pt modelId="{C1C50846-88A2-49C3-B861-26A06FD2C321}" type="pres">
      <dgm:prSet presAssocID="{E480CAFE-BC4E-4AD5-B7E8-2734D5AE1D7B}" presName="rootComposite1" presStyleCnt="0"/>
      <dgm:spPr/>
    </dgm:pt>
    <dgm:pt modelId="{62518ECA-CD4D-4821-8E63-B7C92F911D75}" type="pres">
      <dgm:prSet presAssocID="{E480CAFE-BC4E-4AD5-B7E8-2734D5AE1D7B}" presName="rootText1" presStyleLbl="node0" presStyleIdx="0" presStyleCnt="1" custScaleX="148981" custScaleY="295858" custLinFactNeighborX="-60" custLinFactNeighborY="-78658">
        <dgm:presLayoutVars>
          <dgm:chPref val="3"/>
        </dgm:presLayoutVars>
      </dgm:prSet>
      <dgm:spPr/>
    </dgm:pt>
    <dgm:pt modelId="{C89E1890-0C73-4894-9AC1-05483EA40380}" type="pres">
      <dgm:prSet presAssocID="{E480CAFE-BC4E-4AD5-B7E8-2734D5AE1D7B}" presName="rootConnector1" presStyleLbl="node1" presStyleIdx="0" presStyleCnt="0"/>
      <dgm:spPr/>
    </dgm:pt>
    <dgm:pt modelId="{21EBC2BD-80C2-49F3-9DA9-E128EF9E6004}" type="pres">
      <dgm:prSet presAssocID="{E480CAFE-BC4E-4AD5-B7E8-2734D5AE1D7B}" presName="hierChild2" presStyleCnt="0"/>
      <dgm:spPr/>
    </dgm:pt>
    <dgm:pt modelId="{6E3D7650-B495-4045-9B34-395E8C3FBB9C}" type="pres">
      <dgm:prSet presAssocID="{53408EC0-2B54-4ACF-8FB7-0EECE0C92112}" presName="Name64" presStyleLbl="parChTrans1D2" presStyleIdx="0" presStyleCnt="1"/>
      <dgm:spPr/>
    </dgm:pt>
    <dgm:pt modelId="{5D64B471-0826-4A6E-9978-DDC73624ED2E}" type="pres">
      <dgm:prSet presAssocID="{0470B48F-EAC4-4800-888C-F866ED6118A2}" presName="hierRoot2" presStyleCnt="0">
        <dgm:presLayoutVars>
          <dgm:hierBranch val="init"/>
        </dgm:presLayoutVars>
      </dgm:prSet>
      <dgm:spPr/>
    </dgm:pt>
    <dgm:pt modelId="{891C5BF5-14FC-465F-9881-C5FA680870B7}" type="pres">
      <dgm:prSet presAssocID="{0470B48F-EAC4-4800-888C-F866ED6118A2}" presName="rootComposite" presStyleCnt="0"/>
      <dgm:spPr/>
    </dgm:pt>
    <dgm:pt modelId="{9C66FCC7-39D7-4D1D-BC6C-F8ABA5E0C992}" type="pres">
      <dgm:prSet presAssocID="{0470B48F-EAC4-4800-888C-F866ED6118A2}" presName="rootText" presStyleLbl="node2" presStyleIdx="0" presStyleCnt="1" custScaleX="148981" custScaleY="295858" custLinFactNeighborX="-4360" custLinFactNeighborY="-78805">
        <dgm:presLayoutVars>
          <dgm:chPref val="3"/>
        </dgm:presLayoutVars>
      </dgm:prSet>
      <dgm:spPr/>
    </dgm:pt>
    <dgm:pt modelId="{9633CB32-90FE-4FAF-9316-6EFD87FE0602}" type="pres">
      <dgm:prSet presAssocID="{0470B48F-EAC4-4800-888C-F866ED6118A2}" presName="rootConnector" presStyleLbl="node2" presStyleIdx="0" presStyleCnt="1"/>
      <dgm:spPr/>
    </dgm:pt>
    <dgm:pt modelId="{EE823C60-73E7-450A-B47D-A26857E6DD72}" type="pres">
      <dgm:prSet presAssocID="{0470B48F-EAC4-4800-888C-F866ED6118A2}" presName="hierChild4" presStyleCnt="0"/>
      <dgm:spPr/>
    </dgm:pt>
    <dgm:pt modelId="{81332D1D-C6D0-4170-AFC7-84A6499508FA}" type="pres">
      <dgm:prSet presAssocID="{7BE49214-F4F1-4E6D-AA5E-DC8C8A03DD9A}" presName="Name64" presStyleLbl="parChTrans1D3" presStyleIdx="0" presStyleCnt="2"/>
      <dgm:spPr/>
    </dgm:pt>
    <dgm:pt modelId="{E5F1BC45-C02E-43D1-9D16-825A29FC0BDA}" type="pres">
      <dgm:prSet presAssocID="{728EE6DE-4690-4A46-97E8-C753A8D19081}" presName="hierRoot2" presStyleCnt="0">
        <dgm:presLayoutVars>
          <dgm:hierBranch val="init"/>
        </dgm:presLayoutVars>
      </dgm:prSet>
      <dgm:spPr/>
    </dgm:pt>
    <dgm:pt modelId="{F43B07B7-4140-45C8-8BDE-BA1CDEA947C2}" type="pres">
      <dgm:prSet presAssocID="{728EE6DE-4690-4A46-97E8-C753A8D19081}" presName="rootComposite" presStyleCnt="0"/>
      <dgm:spPr/>
    </dgm:pt>
    <dgm:pt modelId="{ABE0EC38-FBFA-43D1-BEEE-2F7247A8DC50}" type="pres">
      <dgm:prSet presAssocID="{728EE6DE-4690-4A46-97E8-C753A8D19081}" presName="rootText" presStyleLbl="node3" presStyleIdx="0" presStyleCnt="2" custScaleX="65195" custLinFactY="-59160" custLinFactNeighborY="-100000">
        <dgm:presLayoutVars>
          <dgm:chPref val="3"/>
        </dgm:presLayoutVars>
      </dgm:prSet>
      <dgm:spPr/>
    </dgm:pt>
    <dgm:pt modelId="{568C512C-AF87-4FC2-8128-0C77594308F8}" type="pres">
      <dgm:prSet presAssocID="{728EE6DE-4690-4A46-97E8-C753A8D19081}" presName="rootConnector" presStyleLbl="node3" presStyleIdx="0" presStyleCnt="2"/>
      <dgm:spPr/>
    </dgm:pt>
    <dgm:pt modelId="{874CE4E4-1F5D-46BE-94FC-4CEF47CA6CAB}" type="pres">
      <dgm:prSet presAssocID="{728EE6DE-4690-4A46-97E8-C753A8D19081}" presName="hierChild4" presStyleCnt="0"/>
      <dgm:spPr/>
    </dgm:pt>
    <dgm:pt modelId="{F4ADA96D-D4FC-4413-AF20-5FEA7452310D}" type="pres">
      <dgm:prSet presAssocID="{2C7AC803-1ADC-4AB2-B989-EFEBB6051674}" presName="Name64" presStyleLbl="parChTrans1D4" presStyleIdx="0" presStyleCnt="5"/>
      <dgm:spPr/>
    </dgm:pt>
    <dgm:pt modelId="{B57CAFE2-77CC-401B-93B4-98A5747F4EFE}" type="pres">
      <dgm:prSet presAssocID="{BBA56660-B093-4668-80DE-9C49547D61E5}" presName="hierRoot2" presStyleCnt="0">
        <dgm:presLayoutVars>
          <dgm:hierBranch val="init"/>
        </dgm:presLayoutVars>
      </dgm:prSet>
      <dgm:spPr/>
    </dgm:pt>
    <dgm:pt modelId="{9F9C41C5-D806-4043-9457-125A2CB771EB}" type="pres">
      <dgm:prSet presAssocID="{BBA56660-B093-4668-80DE-9C49547D61E5}" presName="rootComposite" presStyleCnt="0"/>
      <dgm:spPr/>
    </dgm:pt>
    <dgm:pt modelId="{73053453-9BBE-4F37-8055-191F1294318F}" type="pres">
      <dgm:prSet presAssocID="{BBA56660-B093-4668-80DE-9C49547D61E5}" presName="rootText" presStyleLbl="node4" presStyleIdx="0" presStyleCnt="5" custScaleX="148981" custLinFactX="20497" custLinFactY="-59160" custLinFactNeighborX="100000" custLinFactNeighborY="-100000">
        <dgm:presLayoutVars>
          <dgm:chPref val="3"/>
        </dgm:presLayoutVars>
      </dgm:prSet>
      <dgm:spPr/>
    </dgm:pt>
    <dgm:pt modelId="{DBE6BE55-A1E5-4FF2-BDDC-1F58806B8411}" type="pres">
      <dgm:prSet presAssocID="{BBA56660-B093-4668-80DE-9C49547D61E5}" presName="rootConnector" presStyleLbl="node4" presStyleIdx="0" presStyleCnt="5"/>
      <dgm:spPr/>
    </dgm:pt>
    <dgm:pt modelId="{5F3C0532-E583-46F3-8017-222CBDF90E39}" type="pres">
      <dgm:prSet presAssocID="{BBA56660-B093-4668-80DE-9C49547D61E5}" presName="hierChild4" presStyleCnt="0"/>
      <dgm:spPr/>
    </dgm:pt>
    <dgm:pt modelId="{998C1468-8351-4403-A835-AB0915DB0B14}" type="pres">
      <dgm:prSet presAssocID="{BBA56660-B093-4668-80DE-9C49547D61E5}" presName="hierChild5" presStyleCnt="0"/>
      <dgm:spPr/>
    </dgm:pt>
    <dgm:pt modelId="{4B40805F-1F02-43DB-8BA6-2E1D4A4AF692}" type="pres">
      <dgm:prSet presAssocID="{728EE6DE-4690-4A46-97E8-C753A8D19081}" presName="hierChild5" presStyleCnt="0"/>
      <dgm:spPr/>
    </dgm:pt>
    <dgm:pt modelId="{FC6E504A-9A8C-4920-8315-471F550CBC35}" type="pres">
      <dgm:prSet presAssocID="{F879D11D-BEB3-41DF-B249-B5BF2F3C4EFE}" presName="Name64" presStyleLbl="parChTrans1D3" presStyleIdx="1" presStyleCnt="2"/>
      <dgm:spPr/>
    </dgm:pt>
    <dgm:pt modelId="{3042933A-19E3-4C6B-9847-793BF7EB9884}" type="pres">
      <dgm:prSet presAssocID="{09F828F9-8E07-45E2-808C-3F531B052671}" presName="hierRoot2" presStyleCnt="0">
        <dgm:presLayoutVars>
          <dgm:hierBranch val="init"/>
        </dgm:presLayoutVars>
      </dgm:prSet>
      <dgm:spPr/>
    </dgm:pt>
    <dgm:pt modelId="{8F535424-F68A-4FD0-B673-20574E8C0DE5}" type="pres">
      <dgm:prSet presAssocID="{09F828F9-8E07-45E2-808C-3F531B052671}" presName="rootComposite" presStyleCnt="0"/>
      <dgm:spPr/>
    </dgm:pt>
    <dgm:pt modelId="{DBF0E215-571F-4C67-B63E-20B2FB1C5D55}" type="pres">
      <dgm:prSet presAssocID="{09F828F9-8E07-45E2-808C-3F531B052671}" presName="rootText" presStyleLbl="node3" presStyleIdx="1" presStyleCnt="2" custScaleX="65195">
        <dgm:presLayoutVars>
          <dgm:chPref val="3"/>
        </dgm:presLayoutVars>
      </dgm:prSet>
      <dgm:spPr/>
    </dgm:pt>
    <dgm:pt modelId="{40EF9FB3-FB36-45A1-AA2F-8A46502BFCF9}" type="pres">
      <dgm:prSet presAssocID="{09F828F9-8E07-45E2-808C-3F531B052671}" presName="rootConnector" presStyleLbl="node3" presStyleIdx="1" presStyleCnt="2"/>
      <dgm:spPr/>
    </dgm:pt>
    <dgm:pt modelId="{ABB05F1C-88AD-48E6-BE76-38DAF32DC547}" type="pres">
      <dgm:prSet presAssocID="{09F828F9-8E07-45E2-808C-3F531B052671}" presName="hierChild4" presStyleCnt="0"/>
      <dgm:spPr/>
    </dgm:pt>
    <dgm:pt modelId="{1AC09035-0C3F-48EE-AC60-D5AD0C8DD481}" type="pres">
      <dgm:prSet presAssocID="{A5F36C33-486A-46AB-827C-668C0E9AB8EE}" presName="Name64" presStyleLbl="parChTrans1D4" presStyleIdx="1" presStyleCnt="5"/>
      <dgm:spPr/>
    </dgm:pt>
    <dgm:pt modelId="{F6648456-DCAF-4BF3-99CD-E15F8A700209}" type="pres">
      <dgm:prSet presAssocID="{A0E717A6-9757-4395-85CD-23188FE30CDE}" presName="hierRoot2" presStyleCnt="0">
        <dgm:presLayoutVars>
          <dgm:hierBranch val="init"/>
        </dgm:presLayoutVars>
      </dgm:prSet>
      <dgm:spPr/>
    </dgm:pt>
    <dgm:pt modelId="{968A5C43-D571-4D17-ABBA-06803880C819}" type="pres">
      <dgm:prSet presAssocID="{A0E717A6-9757-4395-85CD-23188FE30CDE}" presName="rootComposite" presStyleCnt="0"/>
      <dgm:spPr/>
    </dgm:pt>
    <dgm:pt modelId="{A5D97A05-D1F8-4796-ABB0-9F4D6441836C}" type="pres">
      <dgm:prSet presAssocID="{A0E717A6-9757-4395-85CD-23188FE30CDE}" presName="rootText" presStyleLbl="node4" presStyleIdx="1" presStyleCnt="5" custScaleX="65195">
        <dgm:presLayoutVars>
          <dgm:chPref val="3"/>
        </dgm:presLayoutVars>
      </dgm:prSet>
      <dgm:spPr/>
    </dgm:pt>
    <dgm:pt modelId="{847DCA61-2B6A-4725-8F1A-E4CE91A3F098}" type="pres">
      <dgm:prSet presAssocID="{A0E717A6-9757-4395-85CD-23188FE30CDE}" presName="rootConnector" presStyleLbl="node4" presStyleIdx="1" presStyleCnt="5"/>
      <dgm:spPr/>
    </dgm:pt>
    <dgm:pt modelId="{D3CFE212-DCD4-4DAB-BE4F-3A775C95C57B}" type="pres">
      <dgm:prSet presAssocID="{A0E717A6-9757-4395-85CD-23188FE30CDE}" presName="hierChild4" presStyleCnt="0"/>
      <dgm:spPr/>
    </dgm:pt>
    <dgm:pt modelId="{079836A6-00E2-4DCD-AE00-DC5217AE2F7F}" type="pres">
      <dgm:prSet presAssocID="{1DB8DD13-358B-4BA0-8EDC-CBAA49CFFA63}" presName="Name64" presStyleLbl="parChTrans1D4" presStyleIdx="2" presStyleCnt="5"/>
      <dgm:spPr/>
    </dgm:pt>
    <dgm:pt modelId="{7317904B-4072-4A45-8410-50FE90BF34FE}" type="pres">
      <dgm:prSet presAssocID="{7C2FD72F-8AD0-41BD-AE9B-B20DF3192B4E}" presName="hierRoot2" presStyleCnt="0">
        <dgm:presLayoutVars>
          <dgm:hierBranch val="init"/>
        </dgm:presLayoutVars>
      </dgm:prSet>
      <dgm:spPr/>
    </dgm:pt>
    <dgm:pt modelId="{87A70810-1535-4614-9C6A-5317B4E98CE4}" type="pres">
      <dgm:prSet presAssocID="{7C2FD72F-8AD0-41BD-AE9B-B20DF3192B4E}" presName="rootComposite" presStyleCnt="0"/>
      <dgm:spPr/>
    </dgm:pt>
    <dgm:pt modelId="{6A429FF0-3D3F-493C-B098-DD08BFEDEA2B}" type="pres">
      <dgm:prSet presAssocID="{7C2FD72F-8AD0-41BD-AE9B-B20DF3192B4E}" presName="rootText" presStyleLbl="node4" presStyleIdx="2" presStyleCnt="5" custScaleX="148981" custScaleY="295805">
        <dgm:presLayoutVars>
          <dgm:chPref val="3"/>
        </dgm:presLayoutVars>
      </dgm:prSet>
      <dgm:spPr/>
    </dgm:pt>
    <dgm:pt modelId="{C1DA2960-7729-4B7A-A74A-F0B05386D62E}" type="pres">
      <dgm:prSet presAssocID="{7C2FD72F-8AD0-41BD-AE9B-B20DF3192B4E}" presName="rootConnector" presStyleLbl="node4" presStyleIdx="2" presStyleCnt="5"/>
      <dgm:spPr/>
    </dgm:pt>
    <dgm:pt modelId="{C84F02C2-50F7-44E5-BEBE-FB3686253590}" type="pres">
      <dgm:prSet presAssocID="{7C2FD72F-8AD0-41BD-AE9B-B20DF3192B4E}" presName="hierChild4" presStyleCnt="0"/>
      <dgm:spPr/>
    </dgm:pt>
    <dgm:pt modelId="{CCD6A6E5-BE7F-407D-96E4-A322662D888F}" type="pres">
      <dgm:prSet presAssocID="{7C2FD72F-8AD0-41BD-AE9B-B20DF3192B4E}" presName="hierChild5" presStyleCnt="0"/>
      <dgm:spPr/>
    </dgm:pt>
    <dgm:pt modelId="{F7225250-0D39-45DA-918F-7BC8261A40E0}" type="pres">
      <dgm:prSet presAssocID="{A0E717A6-9757-4395-85CD-23188FE30CDE}" presName="hierChild5" presStyleCnt="0"/>
      <dgm:spPr/>
    </dgm:pt>
    <dgm:pt modelId="{A803354E-AD42-469A-8098-24B3424DA08E}" type="pres">
      <dgm:prSet presAssocID="{8E6EB243-8F3D-4828-A82A-CD4A6A87E8DB}" presName="Name64" presStyleLbl="parChTrans1D4" presStyleIdx="3" presStyleCnt="5"/>
      <dgm:spPr/>
    </dgm:pt>
    <dgm:pt modelId="{6A7EAED4-DD8A-4834-A5E5-27C37A849121}" type="pres">
      <dgm:prSet presAssocID="{14EF6507-E0C0-4389-B8B1-E749A0EF74C7}" presName="hierRoot2" presStyleCnt="0">
        <dgm:presLayoutVars>
          <dgm:hierBranch val="init"/>
        </dgm:presLayoutVars>
      </dgm:prSet>
      <dgm:spPr/>
    </dgm:pt>
    <dgm:pt modelId="{B458186A-F415-4E8D-8006-9BB03A206E3C}" type="pres">
      <dgm:prSet presAssocID="{14EF6507-E0C0-4389-B8B1-E749A0EF74C7}" presName="rootComposite" presStyleCnt="0"/>
      <dgm:spPr/>
    </dgm:pt>
    <dgm:pt modelId="{0B5E4EB0-8266-4DC4-8769-9359756E0D0B}" type="pres">
      <dgm:prSet presAssocID="{14EF6507-E0C0-4389-B8B1-E749A0EF74C7}" presName="rootText" presStyleLbl="node4" presStyleIdx="3" presStyleCnt="5" custScaleX="65195">
        <dgm:presLayoutVars>
          <dgm:chPref val="3"/>
        </dgm:presLayoutVars>
      </dgm:prSet>
      <dgm:spPr/>
    </dgm:pt>
    <dgm:pt modelId="{80C8E26D-425F-4ED4-ADCA-BCB5EECD84FC}" type="pres">
      <dgm:prSet presAssocID="{14EF6507-E0C0-4389-B8B1-E749A0EF74C7}" presName="rootConnector" presStyleLbl="node4" presStyleIdx="3" presStyleCnt="5"/>
      <dgm:spPr/>
    </dgm:pt>
    <dgm:pt modelId="{EDA485F3-40C2-43A0-9F6E-781D360A003D}" type="pres">
      <dgm:prSet presAssocID="{14EF6507-E0C0-4389-B8B1-E749A0EF74C7}" presName="hierChild4" presStyleCnt="0"/>
      <dgm:spPr/>
    </dgm:pt>
    <dgm:pt modelId="{840FAF2B-7960-4B81-BFE4-18E07E664135}" type="pres">
      <dgm:prSet presAssocID="{229E42D7-B564-4EE8-937F-F92FBCEBAA74}" presName="Name64" presStyleLbl="parChTrans1D4" presStyleIdx="4" presStyleCnt="5"/>
      <dgm:spPr/>
    </dgm:pt>
    <dgm:pt modelId="{E7A5FD86-1C03-4E82-A654-5D51AD0C8815}" type="pres">
      <dgm:prSet presAssocID="{0B29B0B0-B36A-4999-A6B8-AA6D764B66F8}" presName="hierRoot2" presStyleCnt="0">
        <dgm:presLayoutVars>
          <dgm:hierBranch val="init"/>
        </dgm:presLayoutVars>
      </dgm:prSet>
      <dgm:spPr/>
    </dgm:pt>
    <dgm:pt modelId="{D475D005-1F08-48A7-8CD6-DBBF33BF1376}" type="pres">
      <dgm:prSet presAssocID="{0B29B0B0-B36A-4999-A6B8-AA6D764B66F8}" presName="rootComposite" presStyleCnt="0"/>
      <dgm:spPr/>
    </dgm:pt>
    <dgm:pt modelId="{4822AD67-BA21-46D5-9CE5-BB75E56C13A0}" type="pres">
      <dgm:prSet presAssocID="{0B29B0B0-B36A-4999-A6B8-AA6D764B66F8}" presName="rootText" presStyleLbl="node4" presStyleIdx="4" presStyleCnt="5" custScaleX="148981" custScaleY="100250">
        <dgm:presLayoutVars>
          <dgm:chPref val="3"/>
        </dgm:presLayoutVars>
      </dgm:prSet>
      <dgm:spPr/>
    </dgm:pt>
    <dgm:pt modelId="{50525916-15AB-49C5-ACBC-40878A7318BE}" type="pres">
      <dgm:prSet presAssocID="{0B29B0B0-B36A-4999-A6B8-AA6D764B66F8}" presName="rootConnector" presStyleLbl="node4" presStyleIdx="4" presStyleCnt="5"/>
      <dgm:spPr/>
    </dgm:pt>
    <dgm:pt modelId="{4071212D-E5E1-4245-BE36-2343D6A12939}" type="pres">
      <dgm:prSet presAssocID="{0B29B0B0-B36A-4999-A6B8-AA6D764B66F8}" presName="hierChild4" presStyleCnt="0"/>
      <dgm:spPr/>
    </dgm:pt>
    <dgm:pt modelId="{444D879A-5A74-49A0-839D-29DB26A9EAF2}" type="pres">
      <dgm:prSet presAssocID="{0B29B0B0-B36A-4999-A6B8-AA6D764B66F8}" presName="hierChild5" presStyleCnt="0"/>
      <dgm:spPr/>
    </dgm:pt>
    <dgm:pt modelId="{37B76268-94D3-4F88-9502-AD83FF0F4EFB}" type="pres">
      <dgm:prSet presAssocID="{14EF6507-E0C0-4389-B8B1-E749A0EF74C7}" presName="hierChild5" presStyleCnt="0"/>
      <dgm:spPr/>
    </dgm:pt>
    <dgm:pt modelId="{7C7C17CB-7ADF-4D74-8071-A76A4514A84A}" type="pres">
      <dgm:prSet presAssocID="{09F828F9-8E07-45E2-808C-3F531B052671}" presName="hierChild5" presStyleCnt="0"/>
      <dgm:spPr/>
    </dgm:pt>
    <dgm:pt modelId="{D485291C-17F7-4C02-ABE0-948E970C0091}" type="pres">
      <dgm:prSet presAssocID="{0470B48F-EAC4-4800-888C-F866ED6118A2}" presName="hierChild5" presStyleCnt="0"/>
      <dgm:spPr/>
    </dgm:pt>
    <dgm:pt modelId="{82022ADA-C6AF-4BBA-971F-B6496831BEBA}" type="pres">
      <dgm:prSet presAssocID="{E480CAFE-BC4E-4AD5-B7E8-2734D5AE1D7B}" presName="hierChild3" presStyleCnt="0"/>
      <dgm:spPr/>
    </dgm:pt>
  </dgm:ptLst>
  <dgm:cxnLst>
    <dgm:cxn modelId="{DE4E4E01-121B-49FA-BA52-6A0AD20F1DE4}" type="presOf" srcId="{0470B48F-EAC4-4800-888C-F866ED6118A2}" destId="{9633CB32-90FE-4FAF-9316-6EFD87FE0602}" srcOrd="1" destOrd="0" presId="urn:microsoft.com/office/officeart/2009/3/layout/HorizontalOrganizationChart"/>
    <dgm:cxn modelId="{29531203-99F0-4DA6-8076-D7A2EC461FD5}" type="presOf" srcId="{229E42D7-B564-4EE8-937F-F92FBCEBAA74}" destId="{840FAF2B-7960-4B81-BFE4-18E07E664135}" srcOrd="0" destOrd="0" presId="urn:microsoft.com/office/officeart/2009/3/layout/HorizontalOrganizationChart"/>
    <dgm:cxn modelId="{7973A00E-4D14-4A68-B181-D178D0050B84}" type="presOf" srcId="{8E6EB243-8F3D-4828-A82A-CD4A6A87E8DB}" destId="{A803354E-AD42-469A-8098-24B3424DA08E}" srcOrd="0" destOrd="0" presId="urn:microsoft.com/office/officeart/2009/3/layout/HorizontalOrganizationChart"/>
    <dgm:cxn modelId="{D10ECD21-CF67-4BF9-BD1F-B32866551D0E}" type="presOf" srcId="{E480CAFE-BC4E-4AD5-B7E8-2734D5AE1D7B}" destId="{C89E1890-0C73-4894-9AC1-05483EA40380}" srcOrd="1" destOrd="0" presId="urn:microsoft.com/office/officeart/2009/3/layout/HorizontalOrganizationChart"/>
    <dgm:cxn modelId="{A040F727-340D-46D2-A4EF-D128405F4B47}" srcId="{0470B48F-EAC4-4800-888C-F866ED6118A2}" destId="{09F828F9-8E07-45E2-808C-3F531B052671}" srcOrd="1" destOrd="0" parTransId="{F879D11D-BEB3-41DF-B249-B5BF2F3C4EFE}" sibTransId="{07C60867-9E9F-4394-B9D2-1ECC3E8FA90B}"/>
    <dgm:cxn modelId="{56EB1D2D-ED0A-4951-BBDD-87594E4ADA83}" type="presOf" srcId="{BBA56660-B093-4668-80DE-9C49547D61E5}" destId="{DBE6BE55-A1E5-4FF2-BDDC-1F58806B8411}" srcOrd="1" destOrd="0" presId="urn:microsoft.com/office/officeart/2009/3/layout/HorizontalOrganizationChart"/>
    <dgm:cxn modelId="{3AA41E3B-A9D2-4E6F-935E-43D329B3469D}" srcId="{0470B48F-EAC4-4800-888C-F866ED6118A2}" destId="{728EE6DE-4690-4A46-97E8-C753A8D19081}" srcOrd="0" destOrd="0" parTransId="{7BE49214-F4F1-4E6D-AA5E-DC8C8A03DD9A}" sibTransId="{E05C28A0-6DCB-4B28-B080-1EAB3963BCCD}"/>
    <dgm:cxn modelId="{21C08A3C-FE52-451C-99F8-5EA013A123CE}" type="presOf" srcId="{E480CAFE-BC4E-4AD5-B7E8-2734D5AE1D7B}" destId="{62518ECA-CD4D-4821-8E63-B7C92F911D75}" srcOrd="0" destOrd="0" presId="urn:microsoft.com/office/officeart/2009/3/layout/HorizontalOrganizationChart"/>
    <dgm:cxn modelId="{6755383F-2BAA-4D50-82CB-60C6270CDE07}" type="presOf" srcId="{0B29B0B0-B36A-4999-A6B8-AA6D764B66F8}" destId="{4822AD67-BA21-46D5-9CE5-BB75E56C13A0}" srcOrd="0" destOrd="0" presId="urn:microsoft.com/office/officeart/2009/3/layout/HorizontalOrganizationChart"/>
    <dgm:cxn modelId="{F126BB5C-4F72-48CB-A0DD-DE2FCDC07A99}" srcId="{0057E3D0-CE57-4507-A38B-AF8AE70231A0}" destId="{E480CAFE-BC4E-4AD5-B7E8-2734D5AE1D7B}" srcOrd="0" destOrd="0" parTransId="{B7F3963F-E253-4F37-8FD2-3C87E1D346A1}" sibTransId="{45FD9ADF-38A9-4582-A797-69E83C2A2F3D}"/>
    <dgm:cxn modelId="{AF3B4B41-9471-444B-9108-FFBA365BD2FB}" srcId="{09F828F9-8E07-45E2-808C-3F531B052671}" destId="{14EF6507-E0C0-4389-B8B1-E749A0EF74C7}" srcOrd="1" destOrd="0" parTransId="{8E6EB243-8F3D-4828-A82A-CD4A6A87E8DB}" sibTransId="{D0FBD536-4D6D-4739-9C88-101AD513C641}"/>
    <dgm:cxn modelId="{6681D961-798D-423B-BE55-417E54417A71}" type="presOf" srcId="{14EF6507-E0C0-4389-B8B1-E749A0EF74C7}" destId="{0B5E4EB0-8266-4DC4-8769-9359756E0D0B}" srcOrd="0" destOrd="0" presId="urn:microsoft.com/office/officeart/2009/3/layout/HorizontalOrganizationChart"/>
    <dgm:cxn modelId="{11450D62-4AD0-4759-8761-9471C616E633}" srcId="{A0E717A6-9757-4395-85CD-23188FE30CDE}" destId="{7C2FD72F-8AD0-41BD-AE9B-B20DF3192B4E}" srcOrd="0" destOrd="0" parTransId="{1DB8DD13-358B-4BA0-8EDC-CBAA49CFFA63}" sibTransId="{1C9D09FC-0C58-45AB-BC94-B387D629833F}"/>
    <dgm:cxn modelId="{10FE754A-4366-4E72-97C5-DAE721F5C604}" type="presOf" srcId="{A5F36C33-486A-46AB-827C-668C0E9AB8EE}" destId="{1AC09035-0C3F-48EE-AC60-D5AD0C8DD481}" srcOrd="0" destOrd="0" presId="urn:microsoft.com/office/officeart/2009/3/layout/HorizontalOrganizationChart"/>
    <dgm:cxn modelId="{196E426B-B8C3-41E4-803D-467C5EC98AA5}" srcId="{728EE6DE-4690-4A46-97E8-C753A8D19081}" destId="{BBA56660-B093-4668-80DE-9C49547D61E5}" srcOrd="0" destOrd="0" parTransId="{2C7AC803-1ADC-4AB2-B989-EFEBB6051674}" sibTransId="{1025E9FD-0355-4519-9E24-C8005E358C6F}"/>
    <dgm:cxn modelId="{4B24924B-F469-4B84-A725-6D0B3DAF3E04}" type="presOf" srcId="{BBA56660-B093-4668-80DE-9C49547D61E5}" destId="{73053453-9BBE-4F37-8055-191F1294318F}" srcOrd="0" destOrd="0" presId="urn:microsoft.com/office/officeart/2009/3/layout/HorizontalOrganizationChart"/>
    <dgm:cxn modelId="{5280AB73-15A8-4923-B696-282BFB1F7BA0}" type="presOf" srcId="{F879D11D-BEB3-41DF-B249-B5BF2F3C4EFE}" destId="{FC6E504A-9A8C-4920-8315-471F550CBC35}" srcOrd="0" destOrd="0" presId="urn:microsoft.com/office/officeart/2009/3/layout/HorizontalOrganizationChart"/>
    <dgm:cxn modelId="{B3B76A59-E989-4F93-8D61-AD2AC01BBEFA}" type="presOf" srcId="{53408EC0-2B54-4ACF-8FB7-0EECE0C92112}" destId="{6E3D7650-B495-4045-9B34-395E8C3FBB9C}" srcOrd="0" destOrd="0" presId="urn:microsoft.com/office/officeart/2009/3/layout/HorizontalOrganizationChart"/>
    <dgm:cxn modelId="{8179CE7F-A209-49B7-A4C0-9D69C24ACBAF}" srcId="{E480CAFE-BC4E-4AD5-B7E8-2734D5AE1D7B}" destId="{0470B48F-EAC4-4800-888C-F866ED6118A2}" srcOrd="0" destOrd="0" parTransId="{53408EC0-2B54-4ACF-8FB7-0EECE0C92112}" sibTransId="{0DB02323-F336-428C-BFAC-0003DAEF5723}"/>
    <dgm:cxn modelId="{65494F85-7C02-439B-9386-E8E01DC018B0}" srcId="{14EF6507-E0C0-4389-B8B1-E749A0EF74C7}" destId="{0B29B0B0-B36A-4999-A6B8-AA6D764B66F8}" srcOrd="0" destOrd="0" parTransId="{229E42D7-B564-4EE8-937F-F92FBCEBAA74}" sibTransId="{F6E0D320-10BE-4C68-9830-3676B1A53987}"/>
    <dgm:cxn modelId="{0E352587-10F6-43F0-ACA2-F5936BEB554F}" type="presOf" srcId="{7C2FD72F-8AD0-41BD-AE9B-B20DF3192B4E}" destId="{C1DA2960-7729-4B7A-A74A-F0B05386D62E}" srcOrd="1" destOrd="0" presId="urn:microsoft.com/office/officeart/2009/3/layout/HorizontalOrganizationChart"/>
    <dgm:cxn modelId="{BEDA7D91-9452-4F0F-A418-B7EFA64FF293}" type="presOf" srcId="{7BE49214-F4F1-4E6D-AA5E-DC8C8A03DD9A}" destId="{81332D1D-C6D0-4170-AFC7-84A6499508FA}" srcOrd="0" destOrd="0" presId="urn:microsoft.com/office/officeart/2009/3/layout/HorizontalOrganizationChart"/>
    <dgm:cxn modelId="{A6064F97-9BFB-41FA-8C43-FC701F420EDA}" type="presOf" srcId="{728EE6DE-4690-4A46-97E8-C753A8D19081}" destId="{568C512C-AF87-4FC2-8128-0C77594308F8}" srcOrd="1" destOrd="0" presId="urn:microsoft.com/office/officeart/2009/3/layout/HorizontalOrganizationChart"/>
    <dgm:cxn modelId="{E7C3E9A9-58B7-4FDB-A336-4042C555CEE8}" type="presOf" srcId="{14EF6507-E0C0-4389-B8B1-E749A0EF74C7}" destId="{80C8E26D-425F-4ED4-ADCA-BCB5EECD84FC}" srcOrd="1" destOrd="0" presId="urn:microsoft.com/office/officeart/2009/3/layout/HorizontalOrganizationChart"/>
    <dgm:cxn modelId="{C86825B3-F903-430C-BF9B-AA203BAB022D}" type="presOf" srcId="{A0E717A6-9757-4395-85CD-23188FE30CDE}" destId="{A5D97A05-D1F8-4796-ABB0-9F4D6441836C}" srcOrd="0" destOrd="0" presId="urn:microsoft.com/office/officeart/2009/3/layout/HorizontalOrganizationChart"/>
    <dgm:cxn modelId="{EBAE58B4-1DCB-4AF4-907C-25011A22AF8C}" type="presOf" srcId="{09F828F9-8E07-45E2-808C-3F531B052671}" destId="{40EF9FB3-FB36-45A1-AA2F-8A46502BFCF9}" srcOrd="1" destOrd="0" presId="urn:microsoft.com/office/officeart/2009/3/layout/HorizontalOrganizationChart"/>
    <dgm:cxn modelId="{4F4F80B5-2813-4491-85F2-C6CF432F0052}" type="presOf" srcId="{09F828F9-8E07-45E2-808C-3F531B052671}" destId="{DBF0E215-571F-4C67-B63E-20B2FB1C5D55}" srcOrd="0" destOrd="0" presId="urn:microsoft.com/office/officeart/2009/3/layout/HorizontalOrganizationChart"/>
    <dgm:cxn modelId="{EFDE0CB7-A8AD-4D32-ACFB-208D517C63A6}" type="presOf" srcId="{2C7AC803-1ADC-4AB2-B989-EFEBB6051674}" destId="{F4ADA96D-D4FC-4413-AF20-5FEA7452310D}" srcOrd="0" destOrd="0" presId="urn:microsoft.com/office/officeart/2009/3/layout/HorizontalOrganizationChart"/>
    <dgm:cxn modelId="{DA5D35B7-7B47-4A6E-BF9E-4C58126EA0B3}" type="presOf" srcId="{7C2FD72F-8AD0-41BD-AE9B-B20DF3192B4E}" destId="{6A429FF0-3D3F-493C-B098-DD08BFEDEA2B}" srcOrd="0" destOrd="0" presId="urn:microsoft.com/office/officeart/2009/3/layout/HorizontalOrganizationChart"/>
    <dgm:cxn modelId="{354032C1-8CAE-4FFA-8809-05264D02AF66}" type="presOf" srcId="{1DB8DD13-358B-4BA0-8EDC-CBAA49CFFA63}" destId="{079836A6-00E2-4DCD-AE00-DC5217AE2F7F}" srcOrd="0" destOrd="0" presId="urn:microsoft.com/office/officeart/2009/3/layout/HorizontalOrganizationChart"/>
    <dgm:cxn modelId="{471D23D7-B670-4934-86E3-3C109395D0B2}" type="presOf" srcId="{0057E3D0-CE57-4507-A38B-AF8AE70231A0}" destId="{1D12DB75-4DE4-4E64-8E0B-3E95442D9170}" srcOrd="0" destOrd="0" presId="urn:microsoft.com/office/officeart/2009/3/layout/HorizontalOrganizationChart"/>
    <dgm:cxn modelId="{B3E863E9-AF3F-4C95-806F-F6F8B4A195CA}" type="presOf" srcId="{0470B48F-EAC4-4800-888C-F866ED6118A2}" destId="{9C66FCC7-39D7-4D1D-BC6C-F8ABA5E0C992}" srcOrd="0" destOrd="0" presId="urn:microsoft.com/office/officeart/2009/3/layout/HorizontalOrganizationChart"/>
    <dgm:cxn modelId="{03B2AAEA-9CF7-407D-A125-6E965AFB7EE0}" type="presOf" srcId="{728EE6DE-4690-4A46-97E8-C753A8D19081}" destId="{ABE0EC38-FBFA-43D1-BEEE-2F7247A8DC50}" srcOrd="0" destOrd="0" presId="urn:microsoft.com/office/officeart/2009/3/layout/HorizontalOrganizationChart"/>
    <dgm:cxn modelId="{852133F2-2FDF-45B3-805E-49C61139715B}" type="presOf" srcId="{0B29B0B0-B36A-4999-A6B8-AA6D764B66F8}" destId="{50525916-15AB-49C5-ACBC-40878A7318BE}" srcOrd="1" destOrd="0" presId="urn:microsoft.com/office/officeart/2009/3/layout/HorizontalOrganizationChart"/>
    <dgm:cxn modelId="{918FEDF9-7D00-4B34-B395-433A787416EA}" type="presOf" srcId="{A0E717A6-9757-4395-85CD-23188FE30CDE}" destId="{847DCA61-2B6A-4725-8F1A-E4CE91A3F098}" srcOrd="1" destOrd="0" presId="urn:microsoft.com/office/officeart/2009/3/layout/HorizontalOrganizationChart"/>
    <dgm:cxn modelId="{C6097FFE-1B5F-48D9-AE9C-63EB6F7B7E7E}" srcId="{09F828F9-8E07-45E2-808C-3F531B052671}" destId="{A0E717A6-9757-4395-85CD-23188FE30CDE}" srcOrd="0" destOrd="0" parTransId="{A5F36C33-486A-46AB-827C-668C0E9AB8EE}" sibTransId="{83B92561-CD82-4EA6-A758-5BB3BB519D0A}"/>
    <dgm:cxn modelId="{1581BF82-E738-4677-B77E-FDAB4334DE1F}" type="presParOf" srcId="{1D12DB75-4DE4-4E64-8E0B-3E95442D9170}" destId="{02C507FE-3424-4B89-AD02-16F9773B7310}" srcOrd="0" destOrd="0" presId="urn:microsoft.com/office/officeart/2009/3/layout/HorizontalOrganizationChart"/>
    <dgm:cxn modelId="{EFF27853-A968-4DD1-B827-F33EEA4691E3}" type="presParOf" srcId="{02C507FE-3424-4B89-AD02-16F9773B7310}" destId="{C1C50846-88A2-49C3-B861-26A06FD2C321}" srcOrd="0" destOrd="0" presId="urn:microsoft.com/office/officeart/2009/3/layout/HorizontalOrganizationChart"/>
    <dgm:cxn modelId="{B6FAAAF4-F9C7-489E-A988-549550824485}" type="presParOf" srcId="{C1C50846-88A2-49C3-B861-26A06FD2C321}" destId="{62518ECA-CD4D-4821-8E63-B7C92F911D75}" srcOrd="0" destOrd="0" presId="urn:microsoft.com/office/officeart/2009/3/layout/HorizontalOrganizationChart"/>
    <dgm:cxn modelId="{AA48FFF7-345D-4E2E-9F3F-2A1C870CCC72}" type="presParOf" srcId="{C1C50846-88A2-49C3-B861-26A06FD2C321}" destId="{C89E1890-0C73-4894-9AC1-05483EA40380}" srcOrd="1" destOrd="0" presId="urn:microsoft.com/office/officeart/2009/3/layout/HorizontalOrganizationChart"/>
    <dgm:cxn modelId="{DEB550F4-67E8-4F78-BEF9-E6DA2B7DD99C}" type="presParOf" srcId="{02C507FE-3424-4B89-AD02-16F9773B7310}" destId="{21EBC2BD-80C2-49F3-9DA9-E128EF9E6004}" srcOrd="1" destOrd="0" presId="urn:microsoft.com/office/officeart/2009/3/layout/HorizontalOrganizationChart"/>
    <dgm:cxn modelId="{0F3FB297-B3DA-4DE4-9106-36A7A4C211B5}" type="presParOf" srcId="{21EBC2BD-80C2-49F3-9DA9-E128EF9E6004}" destId="{6E3D7650-B495-4045-9B34-395E8C3FBB9C}" srcOrd="0" destOrd="0" presId="urn:microsoft.com/office/officeart/2009/3/layout/HorizontalOrganizationChart"/>
    <dgm:cxn modelId="{C653333A-1EE0-45FE-AE44-5E66E7B5FDF2}" type="presParOf" srcId="{21EBC2BD-80C2-49F3-9DA9-E128EF9E6004}" destId="{5D64B471-0826-4A6E-9978-DDC73624ED2E}" srcOrd="1" destOrd="0" presId="urn:microsoft.com/office/officeart/2009/3/layout/HorizontalOrganizationChart"/>
    <dgm:cxn modelId="{C4317434-287C-4786-861F-9637C1E5823E}" type="presParOf" srcId="{5D64B471-0826-4A6E-9978-DDC73624ED2E}" destId="{891C5BF5-14FC-465F-9881-C5FA680870B7}" srcOrd="0" destOrd="0" presId="urn:microsoft.com/office/officeart/2009/3/layout/HorizontalOrganizationChart"/>
    <dgm:cxn modelId="{C2CE02D6-E7E8-48DE-93A4-1709A1ABFBD1}" type="presParOf" srcId="{891C5BF5-14FC-465F-9881-C5FA680870B7}" destId="{9C66FCC7-39D7-4D1D-BC6C-F8ABA5E0C992}" srcOrd="0" destOrd="0" presId="urn:microsoft.com/office/officeart/2009/3/layout/HorizontalOrganizationChart"/>
    <dgm:cxn modelId="{6C601D28-1748-4BFD-AA3C-D4E39FCA9F6E}" type="presParOf" srcId="{891C5BF5-14FC-465F-9881-C5FA680870B7}" destId="{9633CB32-90FE-4FAF-9316-6EFD87FE0602}" srcOrd="1" destOrd="0" presId="urn:microsoft.com/office/officeart/2009/3/layout/HorizontalOrganizationChart"/>
    <dgm:cxn modelId="{1968EF86-CEF2-41AB-ABAB-7B10FA0E1362}" type="presParOf" srcId="{5D64B471-0826-4A6E-9978-DDC73624ED2E}" destId="{EE823C60-73E7-450A-B47D-A26857E6DD72}" srcOrd="1" destOrd="0" presId="urn:microsoft.com/office/officeart/2009/3/layout/HorizontalOrganizationChart"/>
    <dgm:cxn modelId="{75C36B03-B5BD-42E2-BBEA-551F13325691}" type="presParOf" srcId="{EE823C60-73E7-450A-B47D-A26857E6DD72}" destId="{81332D1D-C6D0-4170-AFC7-84A6499508FA}" srcOrd="0" destOrd="0" presId="urn:microsoft.com/office/officeart/2009/3/layout/HorizontalOrganizationChart"/>
    <dgm:cxn modelId="{D41EBAD7-9D09-4FA3-BAE7-1A337D785865}" type="presParOf" srcId="{EE823C60-73E7-450A-B47D-A26857E6DD72}" destId="{E5F1BC45-C02E-43D1-9D16-825A29FC0BDA}" srcOrd="1" destOrd="0" presId="urn:microsoft.com/office/officeart/2009/3/layout/HorizontalOrganizationChart"/>
    <dgm:cxn modelId="{A7FE34B4-8CEF-449E-AA9C-7F848B6F833E}" type="presParOf" srcId="{E5F1BC45-C02E-43D1-9D16-825A29FC0BDA}" destId="{F43B07B7-4140-45C8-8BDE-BA1CDEA947C2}" srcOrd="0" destOrd="0" presId="urn:microsoft.com/office/officeart/2009/3/layout/HorizontalOrganizationChart"/>
    <dgm:cxn modelId="{9C1808A3-EE9B-4E54-A5CA-AC8DD49AD28C}" type="presParOf" srcId="{F43B07B7-4140-45C8-8BDE-BA1CDEA947C2}" destId="{ABE0EC38-FBFA-43D1-BEEE-2F7247A8DC50}" srcOrd="0" destOrd="0" presId="urn:microsoft.com/office/officeart/2009/3/layout/HorizontalOrganizationChart"/>
    <dgm:cxn modelId="{C3A24B95-0D9F-4C65-800F-4B00D7C0BDE7}" type="presParOf" srcId="{F43B07B7-4140-45C8-8BDE-BA1CDEA947C2}" destId="{568C512C-AF87-4FC2-8128-0C77594308F8}" srcOrd="1" destOrd="0" presId="urn:microsoft.com/office/officeart/2009/3/layout/HorizontalOrganizationChart"/>
    <dgm:cxn modelId="{920E8000-A332-4985-B37B-7FDC2AE64FEB}" type="presParOf" srcId="{E5F1BC45-C02E-43D1-9D16-825A29FC0BDA}" destId="{874CE4E4-1F5D-46BE-94FC-4CEF47CA6CAB}" srcOrd="1" destOrd="0" presId="urn:microsoft.com/office/officeart/2009/3/layout/HorizontalOrganizationChart"/>
    <dgm:cxn modelId="{2116EED5-2BA3-4770-80A2-AC781F01A5EF}" type="presParOf" srcId="{874CE4E4-1F5D-46BE-94FC-4CEF47CA6CAB}" destId="{F4ADA96D-D4FC-4413-AF20-5FEA7452310D}" srcOrd="0" destOrd="0" presId="urn:microsoft.com/office/officeart/2009/3/layout/HorizontalOrganizationChart"/>
    <dgm:cxn modelId="{AD0F2C99-3A70-4AAF-92AF-10474F53727F}" type="presParOf" srcId="{874CE4E4-1F5D-46BE-94FC-4CEF47CA6CAB}" destId="{B57CAFE2-77CC-401B-93B4-98A5747F4EFE}" srcOrd="1" destOrd="0" presId="urn:microsoft.com/office/officeart/2009/3/layout/HorizontalOrganizationChart"/>
    <dgm:cxn modelId="{538739EC-67F7-473E-91A7-C41EE5CB1C2D}" type="presParOf" srcId="{B57CAFE2-77CC-401B-93B4-98A5747F4EFE}" destId="{9F9C41C5-D806-4043-9457-125A2CB771EB}" srcOrd="0" destOrd="0" presId="urn:microsoft.com/office/officeart/2009/3/layout/HorizontalOrganizationChart"/>
    <dgm:cxn modelId="{64C0C45B-7178-48F8-BA8E-30B30B824CB2}" type="presParOf" srcId="{9F9C41C5-D806-4043-9457-125A2CB771EB}" destId="{73053453-9BBE-4F37-8055-191F1294318F}" srcOrd="0" destOrd="0" presId="urn:microsoft.com/office/officeart/2009/3/layout/HorizontalOrganizationChart"/>
    <dgm:cxn modelId="{E7F4F509-B1FA-4D29-B4A8-4F1D43C0F343}" type="presParOf" srcId="{9F9C41C5-D806-4043-9457-125A2CB771EB}" destId="{DBE6BE55-A1E5-4FF2-BDDC-1F58806B8411}" srcOrd="1" destOrd="0" presId="urn:microsoft.com/office/officeart/2009/3/layout/HorizontalOrganizationChart"/>
    <dgm:cxn modelId="{BCC5ED6E-0263-41A7-8126-583611B9A311}" type="presParOf" srcId="{B57CAFE2-77CC-401B-93B4-98A5747F4EFE}" destId="{5F3C0532-E583-46F3-8017-222CBDF90E39}" srcOrd="1" destOrd="0" presId="urn:microsoft.com/office/officeart/2009/3/layout/HorizontalOrganizationChart"/>
    <dgm:cxn modelId="{CA90182D-6715-4AB4-9770-6AA55657E360}" type="presParOf" srcId="{B57CAFE2-77CC-401B-93B4-98A5747F4EFE}" destId="{998C1468-8351-4403-A835-AB0915DB0B14}" srcOrd="2" destOrd="0" presId="urn:microsoft.com/office/officeart/2009/3/layout/HorizontalOrganizationChart"/>
    <dgm:cxn modelId="{FF1F5318-FE93-4C5D-8AE3-01DA31F71E41}" type="presParOf" srcId="{E5F1BC45-C02E-43D1-9D16-825A29FC0BDA}" destId="{4B40805F-1F02-43DB-8BA6-2E1D4A4AF692}" srcOrd="2" destOrd="0" presId="urn:microsoft.com/office/officeart/2009/3/layout/HorizontalOrganizationChart"/>
    <dgm:cxn modelId="{81FBBF94-2E95-4BDA-976A-5EE57FB8167B}" type="presParOf" srcId="{EE823C60-73E7-450A-B47D-A26857E6DD72}" destId="{FC6E504A-9A8C-4920-8315-471F550CBC35}" srcOrd="2" destOrd="0" presId="urn:microsoft.com/office/officeart/2009/3/layout/HorizontalOrganizationChart"/>
    <dgm:cxn modelId="{83A48B5A-A00D-477D-9F87-C1E9818557EA}" type="presParOf" srcId="{EE823C60-73E7-450A-B47D-A26857E6DD72}" destId="{3042933A-19E3-4C6B-9847-793BF7EB9884}" srcOrd="3" destOrd="0" presId="urn:microsoft.com/office/officeart/2009/3/layout/HorizontalOrganizationChart"/>
    <dgm:cxn modelId="{3C77AC2C-5518-405F-AFC8-3C9036C2BC91}" type="presParOf" srcId="{3042933A-19E3-4C6B-9847-793BF7EB9884}" destId="{8F535424-F68A-4FD0-B673-20574E8C0DE5}" srcOrd="0" destOrd="0" presId="urn:microsoft.com/office/officeart/2009/3/layout/HorizontalOrganizationChart"/>
    <dgm:cxn modelId="{E9A5AE16-304F-42F6-933D-F1CC935657BA}" type="presParOf" srcId="{8F535424-F68A-4FD0-B673-20574E8C0DE5}" destId="{DBF0E215-571F-4C67-B63E-20B2FB1C5D55}" srcOrd="0" destOrd="0" presId="urn:microsoft.com/office/officeart/2009/3/layout/HorizontalOrganizationChart"/>
    <dgm:cxn modelId="{B961FBA4-420F-4AF5-8AB3-B38BFFA3F83D}" type="presParOf" srcId="{8F535424-F68A-4FD0-B673-20574E8C0DE5}" destId="{40EF9FB3-FB36-45A1-AA2F-8A46502BFCF9}" srcOrd="1" destOrd="0" presId="urn:microsoft.com/office/officeart/2009/3/layout/HorizontalOrganizationChart"/>
    <dgm:cxn modelId="{44391E1A-81C3-4BDD-A567-08D7AED253A9}" type="presParOf" srcId="{3042933A-19E3-4C6B-9847-793BF7EB9884}" destId="{ABB05F1C-88AD-48E6-BE76-38DAF32DC547}" srcOrd="1" destOrd="0" presId="urn:microsoft.com/office/officeart/2009/3/layout/HorizontalOrganizationChart"/>
    <dgm:cxn modelId="{2C09B6F4-2D79-42FB-8637-BFDFC4F8C66C}" type="presParOf" srcId="{ABB05F1C-88AD-48E6-BE76-38DAF32DC547}" destId="{1AC09035-0C3F-48EE-AC60-D5AD0C8DD481}" srcOrd="0" destOrd="0" presId="urn:microsoft.com/office/officeart/2009/3/layout/HorizontalOrganizationChart"/>
    <dgm:cxn modelId="{10DEB752-A5A3-4FD3-B9B6-A7E30B6E2C4B}" type="presParOf" srcId="{ABB05F1C-88AD-48E6-BE76-38DAF32DC547}" destId="{F6648456-DCAF-4BF3-99CD-E15F8A700209}" srcOrd="1" destOrd="0" presId="urn:microsoft.com/office/officeart/2009/3/layout/HorizontalOrganizationChart"/>
    <dgm:cxn modelId="{01E4E2EA-D5FB-493A-A797-F9ED1B515F53}" type="presParOf" srcId="{F6648456-DCAF-4BF3-99CD-E15F8A700209}" destId="{968A5C43-D571-4D17-ABBA-06803880C819}" srcOrd="0" destOrd="0" presId="urn:microsoft.com/office/officeart/2009/3/layout/HorizontalOrganizationChart"/>
    <dgm:cxn modelId="{76EE08E9-D996-4F41-8AF3-8A9AB82C32E5}" type="presParOf" srcId="{968A5C43-D571-4D17-ABBA-06803880C819}" destId="{A5D97A05-D1F8-4796-ABB0-9F4D6441836C}" srcOrd="0" destOrd="0" presId="urn:microsoft.com/office/officeart/2009/3/layout/HorizontalOrganizationChart"/>
    <dgm:cxn modelId="{14235EEF-325C-489F-A5FB-15A9AF4A5240}" type="presParOf" srcId="{968A5C43-D571-4D17-ABBA-06803880C819}" destId="{847DCA61-2B6A-4725-8F1A-E4CE91A3F098}" srcOrd="1" destOrd="0" presId="urn:microsoft.com/office/officeart/2009/3/layout/HorizontalOrganizationChart"/>
    <dgm:cxn modelId="{85C059ED-51D5-45E9-82EA-ABB18CAD2435}" type="presParOf" srcId="{F6648456-DCAF-4BF3-99CD-E15F8A700209}" destId="{D3CFE212-DCD4-4DAB-BE4F-3A775C95C57B}" srcOrd="1" destOrd="0" presId="urn:microsoft.com/office/officeart/2009/3/layout/HorizontalOrganizationChart"/>
    <dgm:cxn modelId="{A6FAC396-5BD1-40DE-B278-A9B101FD5813}" type="presParOf" srcId="{D3CFE212-DCD4-4DAB-BE4F-3A775C95C57B}" destId="{079836A6-00E2-4DCD-AE00-DC5217AE2F7F}" srcOrd="0" destOrd="0" presId="urn:microsoft.com/office/officeart/2009/3/layout/HorizontalOrganizationChart"/>
    <dgm:cxn modelId="{8C41808E-1F99-4A75-943C-874A6A68AE1D}" type="presParOf" srcId="{D3CFE212-DCD4-4DAB-BE4F-3A775C95C57B}" destId="{7317904B-4072-4A45-8410-50FE90BF34FE}" srcOrd="1" destOrd="0" presId="urn:microsoft.com/office/officeart/2009/3/layout/HorizontalOrganizationChart"/>
    <dgm:cxn modelId="{63DD321D-A9BF-409E-A8F7-D3C56282BF6E}" type="presParOf" srcId="{7317904B-4072-4A45-8410-50FE90BF34FE}" destId="{87A70810-1535-4614-9C6A-5317B4E98CE4}" srcOrd="0" destOrd="0" presId="urn:microsoft.com/office/officeart/2009/3/layout/HorizontalOrganizationChart"/>
    <dgm:cxn modelId="{96F82D13-45EF-4657-BF36-53C13A816AA4}" type="presParOf" srcId="{87A70810-1535-4614-9C6A-5317B4E98CE4}" destId="{6A429FF0-3D3F-493C-B098-DD08BFEDEA2B}" srcOrd="0" destOrd="0" presId="urn:microsoft.com/office/officeart/2009/3/layout/HorizontalOrganizationChart"/>
    <dgm:cxn modelId="{B8CCDFF0-F047-4436-B311-91A46C8BFAB1}" type="presParOf" srcId="{87A70810-1535-4614-9C6A-5317B4E98CE4}" destId="{C1DA2960-7729-4B7A-A74A-F0B05386D62E}" srcOrd="1" destOrd="0" presId="urn:microsoft.com/office/officeart/2009/3/layout/HorizontalOrganizationChart"/>
    <dgm:cxn modelId="{B1148696-8BC0-4A0D-95C1-B3985A224A50}" type="presParOf" srcId="{7317904B-4072-4A45-8410-50FE90BF34FE}" destId="{C84F02C2-50F7-44E5-BEBE-FB3686253590}" srcOrd="1" destOrd="0" presId="urn:microsoft.com/office/officeart/2009/3/layout/HorizontalOrganizationChart"/>
    <dgm:cxn modelId="{FE708C36-3565-4F9A-A2AC-5E6D7A507366}" type="presParOf" srcId="{7317904B-4072-4A45-8410-50FE90BF34FE}" destId="{CCD6A6E5-BE7F-407D-96E4-A322662D888F}" srcOrd="2" destOrd="0" presId="urn:microsoft.com/office/officeart/2009/3/layout/HorizontalOrganizationChart"/>
    <dgm:cxn modelId="{57C26188-CBA2-460D-9E49-A758E8F4B003}" type="presParOf" srcId="{F6648456-DCAF-4BF3-99CD-E15F8A700209}" destId="{F7225250-0D39-45DA-918F-7BC8261A40E0}" srcOrd="2" destOrd="0" presId="urn:microsoft.com/office/officeart/2009/3/layout/HorizontalOrganizationChart"/>
    <dgm:cxn modelId="{2008BAD3-050D-41DE-95F7-990428F06F88}" type="presParOf" srcId="{ABB05F1C-88AD-48E6-BE76-38DAF32DC547}" destId="{A803354E-AD42-469A-8098-24B3424DA08E}" srcOrd="2" destOrd="0" presId="urn:microsoft.com/office/officeart/2009/3/layout/HorizontalOrganizationChart"/>
    <dgm:cxn modelId="{83218287-3802-43FA-834A-ED6E6E0E4FBD}" type="presParOf" srcId="{ABB05F1C-88AD-48E6-BE76-38DAF32DC547}" destId="{6A7EAED4-DD8A-4834-A5E5-27C37A849121}" srcOrd="3" destOrd="0" presId="urn:microsoft.com/office/officeart/2009/3/layout/HorizontalOrganizationChart"/>
    <dgm:cxn modelId="{C45CD65A-9BEE-4AF1-981A-A7D14D9B798A}" type="presParOf" srcId="{6A7EAED4-DD8A-4834-A5E5-27C37A849121}" destId="{B458186A-F415-4E8D-8006-9BB03A206E3C}" srcOrd="0" destOrd="0" presId="urn:microsoft.com/office/officeart/2009/3/layout/HorizontalOrganizationChart"/>
    <dgm:cxn modelId="{C446AFA6-E55C-4457-AACB-37824360C8C3}" type="presParOf" srcId="{B458186A-F415-4E8D-8006-9BB03A206E3C}" destId="{0B5E4EB0-8266-4DC4-8769-9359756E0D0B}" srcOrd="0" destOrd="0" presId="urn:microsoft.com/office/officeart/2009/3/layout/HorizontalOrganizationChart"/>
    <dgm:cxn modelId="{C0412833-A091-4CE8-8914-C3879ECF6ABF}" type="presParOf" srcId="{B458186A-F415-4E8D-8006-9BB03A206E3C}" destId="{80C8E26D-425F-4ED4-ADCA-BCB5EECD84FC}" srcOrd="1" destOrd="0" presId="urn:microsoft.com/office/officeart/2009/3/layout/HorizontalOrganizationChart"/>
    <dgm:cxn modelId="{880B8076-F64B-43A1-BC3F-F918B88E163C}" type="presParOf" srcId="{6A7EAED4-DD8A-4834-A5E5-27C37A849121}" destId="{EDA485F3-40C2-43A0-9F6E-781D360A003D}" srcOrd="1" destOrd="0" presId="urn:microsoft.com/office/officeart/2009/3/layout/HorizontalOrganizationChart"/>
    <dgm:cxn modelId="{B3D2436F-B486-4BB7-BDCF-1131B6537406}" type="presParOf" srcId="{EDA485F3-40C2-43A0-9F6E-781D360A003D}" destId="{840FAF2B-7960-4B81-BFE4-18E07E664135}" srcOrd="0" destOrd="0" presId="urn:microsoft.com/office/officeart/2009/3/layout/HorizontalOrganizationChart"/>
    <dgm:cxn modelId="{F6D42CD4-3FA1-494C-8B60-734BF090381C}" type="presParOf" srcId="{EDA485F3-40C2-43A0-9F6E-781D360A003D}" destId="{E7A5FD86-1C03-4E82-A654-5D51AD0C8815}" srcOrd="1" destOrd="0" presId="urn:microsoft.com/office/officeart/2009/3/layout/HorizontalOrganizationChart"/>
    <dgm:cxn modelId="{BBECFF0E-0E6C-4F23-B4A7-E7FEEA400202}" type="presParOf" srcId="{E7A5FD86-1C03-4E82-A654-5D51AD0C8815}" destId="{D475D005-1F08-48A7-8CD6-DBBF33BF1376}" srcOrd="0" destOrd="0" presId="urn:microsoft.com/office/officeart/2009/3/layout/HorizontalOrganizationChart"/>
    <dgm:cxn modelId="{5F5BCE1C-9B03-4E12-ABE5-A3DD1B85C9BF}" type="presParOf" srcId="{D475D005-1F08-48A7-8CD6-DBBF33BF1376}" destId="{4822AD67-BA21-46D5-9CE5-BB75E56C13A0}" srcOrd="0" destOrd="0" presId="urn:microsoft.com/office/officeart/2009/3/layout/HorizontalOrganizationChart"/>
    <dgm:cxn modelId="{F9B803BB-EA34-4313-83C6-151FCBBBBBC7}" type="presParOf" srcId="{D475D005-1F08-48A7-8CD6-DBBF33BF1376}" destId="{50525916-15AB-49C5-ACBC-40878A7318BE}" srcOrd="1" destOrd="0" presId="urn:microsoft.com/office/officeart/2009/3/layout/HorizontalOrganizationChart"/>
    <dgm:cxn modelId="{609B8531-1552-40D1-957A-AB9FE13A72F3}" type="presParOf" srcId="{E7A5FD86-1C03-4E82-A654-5D51AD0C8815}" destId="{4071212D-E5E1-4245-BE36-2343D6A12939}" srcOrd="1" destOrd="0" presId="urn:microsoft.com/office/officeart/2009/3/layout/HorizontalOrganizationChart"/>
    <dgm:cxn modelId="{F6F2E564-6B22-42E7-BE38-F386E22BA0E3}" type="presParOf" srcId="{E7A5FD86-1C03-4E82-A654-5D51AD0C8815}" destId="{444D879A-5A74-49A0-839D-29DB26A9EAF2}" srcOrd="2" destOrd="0" presId="urn:microsoft.com/office/officeart/2009/3/layout/HorizontalOrganizationChart"/>
    <dgm:cxn modelId="{7C931264-FB0B-4A83-99EA-AB853A9C5366}" type="presParOf" srcId="{6A7EAED4-DD8A-4834-A5E5-27C37A849121}" destId="{37B76268-94D3-4F88-9502-AD83FF0F4EFB}" srcOrd="2" destOrd="0" presId="urn:microsoft.com/office/officeart/2009/3/layout/HorizontalOrganizationChart"/>
    <dgm:cxn modelId="{9C7AD045-E76D-401C-BF6B-8D3305F962E5}" type="presParOf" srcId="{3042933A-19E3-4C6B-9847-793BF7EB9884}" destId="{7C7C17CB-7ADF-4D74-8071-A76A4514A84A}" srcOrd="2" destOrd="0" presId="urn:microsoft.com/office/officeart/2009/3/layout/HorizontalOrganizationChart"/>
    <dgm:cxn modelId="{7FEABAFA-26B8-4F01-AE78-37793D53A51D}" type="presParOf" srcId="{5D64B471-0826-4A6E-9978-DDC73624ED2E}" destId="{D485291C-17F7-4C02-ABE0-948E970C0091}" srcOrd="2" destOrd="0" presId="urn:microsoft.com/office/officeart/2009/3/layout/HorizontalOrganizationChart"/>
    <dgm:cxn modelId="{AEC19CA8-A6CB-4A44-B6E7-A6CDAA365E04}" type="presParOf" srcId="{02C507FE-3424-4B89-AD02-16F9773B7310}" destId="{82022ADA-C6AF-4BBA-971F-B6496831BEB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57E3D0-CE57-4507-A38B-AF8AE70231A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80CAFE-BC4E-4AD5-B7E8-2734D5AE1D7B}">
      <dgm:prSet phldrT="[Text]" custT="1"/>
      <dgm:spPr/>
      <dgm:t>
        <a:bodyPr/>
        <a:lstStyle/>
        <a:p>
          <a:pPr algn="ctr"/>
          <a:r>
            <a:rPr lang="en-US" sz="1400" b="1" dirty="0"/>
            <a:t>Initial management</a:t>
          </a:r>
        </a:p>
        <a:p>
          <a:pPr algn="l"/>
          <a:r>
            <a:rPr lang="en-US" sz="1200" dirty="0"/>
            <a:t> • Admit to L&amp;D</a:t>
          </a:r>
          <a:br>
            <a:rPr lang="en-US" sz="1200" dirty="0"/>
          </a:br>
          <a:r>
            <a:rPr lang="en-US" sz="1200" dirty="0"/>
            <a:t> • Confirm the diagnosis</a:t>
          </a:r>
          <a:br>
            <a:rPr lang="en-US" sz="1200" dirty="0"/>
          </a:br>
          <a:r>
            <a:rPr lang="en-US" sz="1200" dirty="0"/>
            <a:t> • Exclude other DDx</a:t>
          </a:r>
          <a:br>
            <a:rPr lang="en-US" sz="1200" dirty="0"/>
          </a:br>
          <a:r>
            <a:rPr lang="en-US" sz="1200" dirty="0"/>
            <a:t> • Confirm GA</a:t>
          </a:r>
          <a:br>
            <a:rPr lang="en-US" sz="1200" dirty="0"/>
          </a:br>
          <a:r>
            <a:rPr lang="en-US" sz="1200" dirty="0"/>
            <a:t> • Monitor uterine activity</a:t>
          </a:r>
        </a:p>
      </dgm:t>
    </dgm:pt>
    <dgm:pt modelId="{B7F3963F-E253-4F37-8FD2-3C87E1D346A1}" type="parTrans" cxnId="{F126BB5C-4F72-48CB-A0DD-DE2FCDC07A99}">
      <dgm:prSet/>
      <dgm:spPr/>
      <dgm:t>
        <a:bodyPr/>
        <a:lstStyle/>
        <a:p>
          <a:endParaRPr lang="en-US"/>
        </a:p>
      </dgm:t>
    </dgm:pt>
    <dgm:pt modelId="{45FD9ADF-38A9-4582-A797-69E83C2A2F3D}" type="sibTrans" cxnId="{F126BB5C-4F72-48CB-A0DD-DE2FCDC07A99}">
      <dgm:prSet/>
      <dgm:spPr/>
      <dgm:t>
        <a:bodyPr/>
        <a:lstStyle/>
        <a:p>
          <a:endParaRPr lang="en-US"/>
        </a:p>
      </dgm:t>
    </dgm:pt>
    <dgm:pt modelId="{728EE6DE-4690-4A46-97E8-C753A8D19081}">
      <dgm:prSet phldrT="[Text]" custT="1"/>
      <dgm:spPr/>
      <dgm:t>
        <a:bodyPr/>
        <a:lstStyle/>
        <a:p>
          <a:r>
            <a:rPr lang="en-US" sz="1400" dirty="0"/>
            <a:t>Any YES</a:t>
          </a:r>
        </a:p>
      </dgm:t>
    </dgm:pt>
    <dgm:pt modelId="{7BE49214-F4F1-4E6D-AA5E-DC8C8A03DD9A}" type="parTrans" cxnId="{3AA41E3B-A9D2-4E6F-935E-43D329B3469D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E05C28A0-6DCB-4B28-B080-1EAB3963BCCD}" type="sibTrans" cxnId="{3AA41E3B-A9D2-4E6F-935E-43D329B3469D}">
      <dgm:prSet/>
      <dgm:spPr/>
      <dgm:t>
        <a:bodyPr/>
        <a:lstStyle/>
        <a:p>
          <a:endParaRPr lang="en-US"/>
        </a:p>
      </dgm:t>
    </dgm:pt>
    <dgm:pt modelId="{09F828F9-8E07-45E2-808C-3F531B052671}">
      <dgm:prSet phldrT="[Text]" custT="1"/>
      <dgm:spPr/>
      <dgm:t>
        <a:bodyPr/>
        <a:lstStyle/>
        <a:p>
          <a:r>
            <a:rPr lang="en-US" sz="1400" dirty="0"/>
            <a:t>All NO</a:t>
          </a:r>
        </a:p>
      </dgm:t>
    </dgm:pt>
    <dgm:pt modelId="{F879D11D-BEB3-41DF-B249-B5BF2F3C4EFE}" type="parTrans" cxnId="{A040F727-340D-46D2-A4EF-D128405F4B47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07C60867-9E9F-4394-B9D2-1ECC3E8FA90B}" type="sibTrans" cxnId="{A040F727-340D-46D2-A4EF-D128405F4B47}">
      <dgm:prSet/>
      <dgm:spPr/>
      <dgm:t>
        <a:bodyPr/>
        <a:lstStyle/>
        <a:p>
          <a:endParaRPr lang="en-US"/>
        </a:p>
      </dgm:t>
    </dgm:pt>
    <dgm:pt modelId="{BBA56660-B093-4668-80DE-9C49547D61E5}">
      <dgm:prSet custT="1"/>
      <dgm:spPr/>
      <dgm:t>
        <a:bodyPr/>
        <a:lstStyle/>
        <a:p>
          <a:r>
            <a:rPr lang="en-US" sz="1400" b="1" u="sng" dirty="0"/>
            <a:t>Recommend</a:t>
          </a:r>
          <a:r>
            <a:rPr lang="en-US" sz="1400" b="1" dirty="0"/>
            <a:t> delivery</a:t>
          </a:r>
        </a:p>
      </dgm:t>
    </dgm:pt>
    <dgm:pt modelId="{2C7AC803-1ADC-4AB2-B989-EFEBB6051674}" type="parTrans" cxnId="{196E426B-B8C3-41E4-803D-467C5EC98AA5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1025E9FD-0355-4519-9E24-C8005E358C6F}" type="sibTrans" cxnId="{196E426B-B8C3-41E4-803D-467C5EC98AA5}">
      <dgm:prSet/>
      <dgm:spPr/>
      <dgm:t>
        <a:bodyPr/>
        <a:lstStyle/>
        <a:p>
          <a:endParaRPr lang="en-US"/>
        </a:p>
      </dgm:t>
    </dgm:pt>
    <dgm:pt modelId="{7C2FD72F-8AD0-41BD-AE9B-B20DF3192B4E}">
      <dgm:prSet custT="1"/>
      <dgm:spPr/>
      <dgm:t>
        <a:bodyPr/>
        <a:lstStyle/>
        <a:p>
          <a:pPr algn="ctr">
            <a:buNone/>
          </a:pPr>
          <a:r>
            <a:rPr lang="en-US" sz="1400" b="1" kern="1200" dirty="0"/>
            <a:t>Continue expectant management</a:t>
          </a:r>
        </a:p>
        <a:p>
          <a:pPr algn="l">
            <a:buFont typeface="Arial" panose="020B0604020202020204" pitchFamily="34" charset="0"/>
            <a:buNone/>
          </a:pPr>
          <a:r>
            <a:rPr lang="en-US" sz="1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• </a:t>
          </a:r>
          <a:r>
            <a:rPr lang="en-US" sz="12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ABx</a:t>
          </a:r>
          <a:br>
            <a:rPr lang="en-US" sz="1400" kern="1200" dirty="0"/>
          </a:br>
          <a:r>
            <a:rPr lang="en-US" sz="1200" kern="1200" dirty="0"/>
            <a:t> • ACS</a:t>
          </a:r>
          <a:br>
            <a:rPr lang="en-US" sz="1200" kern="1200" dirty="0"/>
          </a:br>
          <a:r>
            <a:rPr lang="en-US" sz="1200" kern="1200" dirty="0"/>
            <a:t> • MgSO4 (&lt;30/&lt;34 </a:t>
          </a:r>
          <a:r>
            <a:rPr lang="en-US" sz="1200" kern="1200" dirty="0" err="1"/>
            <a:t>wk</a:t>
          </a:r>
          <a:r>
            <a:rPr lang="en-US" sz="1200" kern="1200" dirty="0"/>
            <a:t> if est. PTL)</a:t>
          </a:r>
          <a:br>
            <a:rPr lang="en-US" sz="1200" kern="1200" dirty="0"/>
          </a:br>
          <a:r>
            <a:rPr lang="en-US" sz="1200" kern="1200" dirty="0"/>
            <a:t> • Fetal surveillance </a:t>
          </a:r>
        </a:p>
      </dgm:t>
    </dgm:pt>
    <dgm:pt modelId="{1DB8DD13-358B-4BA0-8EDC-CBAA49CFFA63}" type="parTrans" cxnId="{11450D62-4AD0-4759-8761-9471C616E633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1C9D09FC-0C58-45AB-BC94-B387D629833F}" type="sibTrans" cxnId="{11450D62-4AD0-4759-8761-9471C616E633}">
      <dgm:prSet/>
      <dgm:spPr/>
      <dgm:t>
        <a:bodyPr/>
        <a:lstStyle/>
        <a:p>
          <a:endParaRPr lang="en-US"/>
        </a:p>
      </dgm:t>
    </dgm:pt>
    <dgm:pt modelId="{14EF6507-E0C0-4389-B8B1-E749A0EF74C7}">
      <dgm:prSet custT="1"/>
      <dgm:spPr/>
      <dgm:t>
        <a:bodyPr/>
        <a:lstStyle/>
        <a:p>
          <a:pPr eaLnBrk="1" latinLnBrk="0"/>
          <a:r>
            <a:rPr lang="en-US" sz="1400" dirty="0"/>
            <a:t>&lt; 24 </a:t>
          </a:r>
          <a:r>
            <a:rPr lang="en-US" sz="1400" dirty="0" err="1"/>
            <a:t>wk</a:t>
          </a:r>
          <a:endParaRPr lang="en-US" sz="1400" dirty="0"/>
        </a:p>
      </dgm:t>
    </dgm:pt>
    <dgm:pt modelId="{8E6EB243-8F3D-4828-A82A-CD4A6A87E8DB}" type="parTrans" cxnId="{AF3B4B41-9471-444B-9108-FFBA365BD2FB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D0FBD536-4D6D-4739-9C88-101AD513C641}" type="sibTrans" cxnId="{AF3B4B41-9471-444B-9108-FFBA365BD2FB}">
      <dgm:prSet/>
      <dgm:spPr/>
      <dgm:t>
        <a:bodyPr/>
        <a:lstStyle/>
        <a:p>
          <a:endParaRPr lang="en-US"/>
        </a:p>
      </dgm:t>
    </dgm:pt>
    <dgm:pt modelId="{A0E717A6-9757-4395-85CD-23188FE30CDE}">
      <dgm:prSet custT="1"/>
      <dgm:spPr/>
      <dgm:t>
        <a:bodyPr/>
        <a:lstStyle/>
        <a:p>
          <a:r>
            <a:rPr lang="en-US" sz="1400" dirty="0"/>
            <a:t>24 – 33</a:t>
          </a:r>
          <a:r>
            <a:rPr lang="en-US" sz="1400" baseline="30000" dirty="0"/>
            <a:t>+6</a:t>
          </a:r>
          <a:r>
            <a:rPr lang="en-US" sz="1400" dirty="0"/>
            <a:t> </a:t>
          </a:r>
          <a:r>
            <a:rPr lang="en-US" sz="1400" dirty="0" err="1"/>
            <a:t>wk</a:t>
          </a:r>
          <a:endParaRPr lang="en-US" sz="1400" dirty="0"/>
        </a:p>
      </dgm:t>
    </dgm:pt>
    <dgm:pt modelId="{A5F36C33-486A-46AB-827C-668C0E9AB8EE}" type="parTrans" cxnId="{C6097FFE-1B5F-48D9-AE9C-63EB6F7B7E7E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83B92561-CD82-4EA6-A758-5BB3BB519D0A}" type="sibTrans" cxnId="{C6097FFE-1B5F-48D9-AE9C-63EB6F7B7E7E}">
      <dgm:prSet/>
      <dgm:spPr/>
      <dgm:t>
        <a:bodyPr/>
        <a:lstStyle/>
        <a:p>
          <a:endParaRPr lang="en-US"/>
        </a:p>
      </dgm:t>
    </dgm:pt>
    <dgm:pt modelId="{0B29B0B0-B36A-4999-A6B8-AA6D764B66F8}">
      <dgm:prSet custT="1"/>
      <dgm:spPr/>
      <dgm:t>
        <a:bodyPr/>
        <a:lstStyle/>
        <a:p>
          <a:r>
            <a:rPr lang="en-US" sz="1400" b="1" dirty="0"/>
            <a:t>Offer TOP </a:t>
          </a:r>
          <a:br>
            <a:rPr lang="en-US" sz="1400" b="1" dirty="0"/>
          </a:br>
          <a:r>
            <a:rPr lang="en-US" sz="1400" b="1" dirty="0"/>
            <a:t>? or expectant management</a:t>
          </a:r>
        </a:p>
      </dgm:t>
    </dgm:pt>
    <dgm:pt modelId="{229E42D7-B564-4EE8-937F-F92FBCEBAA74}" type="parTrans" cxnId="{65494F85-7C02-439B-9386-E8E01DC018B0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 sz="1200"/>
        </a:p>
      </dgm:t>
    </dgm:pt>
    <dgm:pt modelId="{F6E0D320-10BE-4C68-9830-3676B1A53987}" type="sibTrans" cxnId="{65494F85-7C02-439B-9386-E8E01DC018B0}">
      <dgm:prSet/>
      <dgm:spPr/>
      <dgm:t>
        <a:bodyPr/>
        <a:lstStyle/>
        <a:p>
          <a:endParaRPr lang="en-US"/>
        </a:p>
      </dgm:t>
    </dgm:pt>
    <dgm:pt modelId="{0470B48F-EAC4-4800-888C-F866ED6118A2}">
      <dgm:prSet phldrT="[Text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sz="1200" b="1" dirty="0"/>
            <a:t>Check for contraindications to expectant management</a:t>
          </a:r>
        </a:p>
        <a:p>
          <a:pPr algn="l"/>
          <a:r>
            <a:rPr lang="en-US" sz="1200" dirty="0"/>
            <a:t> • </a:t>
          </a:r>
          <a:r>
            <a:rPr lang="en-US" sz="1200" b="1" dirty="0"/>
            <a:t>GA ≥ 37 </a:t>
          </a:r>
          <a:r>
            <a:rPr lang="en-US" sz="1200" b="1" dirty="0" err="1"/>
            <a:t>wk</a:t>
          </a:r>
          <a:r>
            <a:rPr lang="en-US" sz="1200" b="1" dirty="0"/>
            <a:t> </a:t>
          </a:r>
          <a:br>
            <a:rPr lang="en-US" sz="1200" dirty="0"/>
          </a:br>
          <a:r>
            <a:rPr lang="en-US" sz="1200" dirty="0"/>
            <a:t> • Intraamniotic infection</a:t>
          </a:r>
          <a:br>
            <a:rPr lang="en-US" sz="1200" dirty="0"/>
          </a:br>
          <a:r>
            <a:rPr lang="en-US" sz="1200" dirty="0"/>
            <a:t> • Non-reassuring fetal testing</a:t>
          </a:r>
          <a:br>
            <a:rPr lang="en-US" sz="1200" dirty="0"/>
          </a:br>
          <a:r>
            <a:rPr lang="en-US" sz="1200" dirty="0"/>
            <a:t> • Established PTL</a:t>
          </a:r>
          <a:br>
            <a:rPr lang="en-US" sz="1200" dirty="0"/>
          </a:br>
          <a:r>
            <a:rPr lang="en-US" sz="1200" dirty="0"/>
            <a:t> • Excessive bleeding</a:t>
          </a:r>
        </a:p>
      </dgm:t>
    </dgm:pt>
    <dgm:pt modelId="{53408EC0-2B54-4ACF-8FB7-0EECE0C92112}" type="parTrans" cxnId="{8179CE7F-A209-49B7-A4C0-9D69C24ACBAF}">
      <dgm:prSet/>
      <dgm:spPr/>
      <dgm:t>
        <a:bodyPr/>
        <a:lstStyle/>
        <a:p>
          <a:endParaRPr lang="en-US"/>
        </a:p>
      </dgm:t>
    </dgm:pt>
    <dgm:pt modelId="{0DB02323-F336-428C-BFAC-0003DAEF5723}" type="sibTrans" cxnId="{8179CE7F-A209-49B7-A4C0-9D69C24ACBAF}">
      <dgm:prSet/>
      <dgm:spPr/>
      <dgm:t>
        <a:bodyPr/>
        <a:lstStyle/>
        <a:p>
          <a:endParaRPr lang="en-US"/>
        </a:p>
      </dgm:t>
    </dgm:pt>
    <dgm:pt modelId="{BB0BD8DB-074B-48A6-B55B-56F6FC3F0BC0}">
      <dgm:prSet phldrT="[Text]" custT="1"/>
      <dgm:spPr/>
      <dgm:t>
        <a:bodyPr/>
        <a:lstStyle/>
        <a:p>
          <a:r>
            <a:rPr lang="en-US" sz="1400" dirty="0"/>
            <a:t>≥34 </a:t>
          </a:r>
          <a:r>
            <a:rPr lang="en-US" sz="1400" dirty="0" err="1"/>
            <a:t>wk</a:t>
          </a:r>
          <a:endParaRPr lang="en-US" sz="1400" dirty="0"/>
        </a:p>
      </dgm:t>
    </dgm:pt>
    <dgm:pt modelId="{650CC880-D1EF-44A8-AD28-B5586503980B}" type="parTrans" cxnId="{EF31E593-F855-4E0D-A018-5C8D66F8D5CC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/>
        </a:p>
      </dgm:t>
    </dgm:pt>
    <dgm:pt modelId="{154BC9D3-E442-463A-8417-9B9803215814}" type="sibTrans" cxnId="{EF31E593-F855-4E0D-A018-5C8D66F8D5CC}">
      <dgm:prSet/>
      <dgm:spPr/>
      <dgm:t>
        <a:bodyPr/>
        <a:lstStyle/>
        <a:p>
          <a:endParaRPr lang="en-US"/>
        </a:p>
      </dgm:t>
    </dgm:pt>
    <dgm:pt modelId="{7E516302-AFD1-4963-ADCE-AEECF64BF14D}">
      <dgm:prSet phldrT="[Text]" custT="1"/>
      <dgm:spPr/>
      <dgm:t>
        <a:bodyPr/>
        <a:lstStyle/>
        <a:p>
          <a:pPr algn="ctr"/>
          <a:r>
            <a:rPr lang="en-US" sz="1400" b="1" u="sng" dirty="0"/>
            <a:t>Consider</a:t>
          </a:r>
          <a:r>
            <a:rPr lang="en-US" sz="1400" b="1" dirty="0"/>
            <a:t> delivery</a:t>
          </a:r>
          <a:br>
            <a:rPr lang="en-US" sz="1400" b="1" dirty="0"/>
          </a:br>
          <a:r>
            <a:rPr lang="en-US" sz="1400" b="0" dirty="0"/>
            <a:t>(individualized)</a:t>
          </a:r>
        </a:p>
        <a:p>
          <a:pPr algn="l"/>
          <a:r>
            <a:rPr lang="en-US" sz="1200" dirty="0"/>
            <a:t> • ACS if &lt;35 </a:t>
          </a:r>
          <a:r>
            <a:rPr lang="en-US" sz="1200" dirty="0" err="1"/>
            <a:t>wk</a:t>
          </a:r>
          <a:endParaRPr lang="en-US" sz="1200" b="0" dirty="0"/>
        </a:p>
      </dgm:t>
    </dgm:pt>
    <dgm:pt modelId="{D9B2D530-B7FE-47D7-987B-F3CE05AF362F}" type="parTrans" cxnId="{09315FD3-939B-4852-8E8B-188894D3FED3}">
      <dgm:prSet/>
      <dgm:spPr>
        <a:ln>
          <a:solidFill>
            <a:schemeClr val="accent1"/>
          </a:solidFill>
          <a:tailEnd type="stealth" w="med" len="lg"/>
        </a:ln>
      </dgm:spPr>
      <dgm:t>
        <a:bodyPr/>
        <a:lstStyle/>
        <a:p>
          <a:endParaRPr lang="en-US"/>
        </a:p>
      </dgm:t>
    </dgm:pt>
    <dgm:pt modelId="{B413AD6F-5E4D-458A-8BFB-2450915D063A}" type="sibTrans" cxnId="{09315FD3-939B-4852-8E8B-188894D3FED3}">
      <dgm:prSet/>
      <dgm:spPr/>
      <dgm:t>
        <a:bodyPr/>
        <a:lstStyle/>
        <a:p>
          <a:endParaRPr lang="en-US"/>
        </a:p>
      </dgm:t>
    </dgm:pt>
    <dgm:pt modelId="{1D12DB75-4DE4-4E64-8E0B-3E95442D9170}" type="pres">
      <dgm:prSet presAssocID="{0057E3D0-CE57-4507-A38B-AF8AE70231A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2C507FE-3424-4B89-AD02-16F9773B7310}" type="pres">
      <dgm:prSet presAssocID="{E480CAFE-BC4E-4AD5-B7E8-2734D5AE1D7B}" presName="hierRoot1" presStyleCnt="0">
        <dgm:presLayoutVars>
          <dgm:hierBranch val="init"/>
        </dgm:presLayoutVars>
      </dgm:prSet>
      <dgm:spPr/>
    </dgm:pt>
    <dgm:pt modelId="{C1C50846-88A2-49C3-B861-26A06FD2C321}" type="pres">
      <dgm:prSet presAssocID="{E480CAFE-BC4E-4AD5-B7E8-2734D5AE1D7B}" presName="rootComposite1" presStyleCnt="0"/>
      <dgm:spPr/>
    </dgm:pt>
    <dgm:pt modelId="{62518ECA-CD4D-4821-8E63-B7C92F911D75}" type="pres">
      <dgm:prSet presAssocID="{E480CAFE-BC4E-4AD5-B7E8-2734D5AE1D7B}" presName="rootText1" presStyleLbl="node0" presStyleIdx="0" presStyleCnt="1" custScaleX="148981" custScaleY="302812" custLinFactNeighborX="-60" custLinFactNeighborY="-78658">
        <dgm:presLayoutVars>
          <dgm:chPref val="3"/>
        </dgm:presLayoutVars>
      </dgm:prSet>
      <dgm:spPr/>
    </dgm:pt>
    <dgm:pt modelId="{C89E1890-0C73-4894-9AC1-05483EA40380}" type="pres">
      <dgm:prSet presAssocID="{E480CAFE-BC4E-4AD5-B7E8-2734D5AE1D7B}" presName="rootConnector1" presStyleLbl="node1" presStyleIdx="0" presStyleCnt="0"/>
      <dgm:spPr/>
    </dgm:pt>
    <dgm:pt modelId="{21EBC2BD-80C2-49F3-9DA9-E128EF9E6004}" type="pres">
      <dgm:prSet presAssocID="{E480CAFE-BC4E-4AD5-B7E8-2734D5AE1D7B}" presName="hierChild2" presStyleCnt="0"/>
      <dgm:spPr/>
    </dgm:pt>
    <dgm:pt modelId="{6E3D7650-B495-4045-9B34-395E8C3FBB9C}" type="pres">
      <dgm:prSet presAssocID="{53408EC0-2B54-4ACF-8FB7-0EECE0C92112}" presName="Name64" presStyleLbl="parChTrans1D2" presStyleIdx="0" presStyleCnt="1"/>
      <dgm:spPr/>
    </dgm:pt>
    <dgm:pt modelId="{5D64B471-0826-4A6E-9978-DDC73624ED2E}" type="pres">
      <dgm:prSet presAssocID="{0470B48F-EAC4-4800-888C-F866ED6118A2}" presName="hierRoot2" presStyleCnt="0">
        <dgm:presLayoutVars>
          <dgm:hierBranch val="init"/>
        </dgm:presLayoutVars>
      </dgm:prSet>
      <dgm:spPr/>
    </dgm:pt>
    <dgm:pt modelId="{891C5BF5-14FC-465F-9881-C5FA680870B7}" type="pres">
      <dgm:prSet presAssocID="{0470B48F-EAC4-4800-888C-F866ED6118A2}" presName="rootComposite" presStyleCnt="0"/>
      <dgm:spPr/>
    </dgm:pt>
    <dgm:pt modelId="{9C66FCC7-39D7-4D1D-BC6C-F8ABA5E0C992}" type="pres">
      <dgm:prSet presAssocID="{0470B48F-EAC4-4800-888C-F866ED6118A2}" presName="rootText" presStyleLbl="node2" presStyleIdx="0" presStyleCnt="1" custScaleX="148981" custScaleY="302812" custLinFactNeighborX="-4360" custLinFactNeighborY="-78805">
        <dgm:presLayoutVars>
          <dgm:chPref val="3"/>
        </dgm:presLayoutVars>
      </dgm:prSet>
      <dgm:spPr/>
    </dgm:pt>
    <dgm:pt modelId="{9633CB32-90FE-4FAF-9316-6EFD87FE0602}" type="pres">
      <dgm:prSet presAssocID="{0470B48F-EAC4-4800-888C-F866ED6118A2}" presName="rootConnector" presStyleLbl="node2" presStyleIdx="0" presStyleCnt="1"/>
      <dgm:spPr/>
    </dgm:pt>
    <dgm:pt modelId="{EE823C60-73E7-450A-B47D-A26857E6DD72}" type="pres">
      <dgm:prSet presAssocID="{0470B48F-EAC4-4800-888C-F866ED6118A2}" presName="hierChild4" presStyleCnt="0"/>
      <dgm:spPr/>
    </dgm:pt>
    <dgm:pt modelId="{81332D1D-C6D0-4170-AFC7-84A6499508FA}" type="pres">
      <dgm:prSet presAssocID="{7BE49214-F4F1-4E6D-AA5E-DC8C8A03DD9A}" presName="Name64" presStyleLbl="parChTrans1D3" presStyleIdx="0" presStyleCnt="2"/>
      <dgm:spPr/>
    </dgm:pt>
    <dgm:pt modelId="{E5F1BC45-C02E-43D1-9D16-825A29FC0BDA}" type="pres">
      <dgm:prSet presAssocID="{728EE6DE-4690-4A46-97E8-C753A8D19081}" presName="hierRoot2" presStyleCnt="0">
        <dgm:presLayoutVars>
          <dgm:hierBranch val="init"/>
        </dgm:presLayoutVars>
      </dgm:prSet>
      <dgm:spPr/>
    </dgm:pt>
    <dgm:pt modelId="{F43B07B7-4140-45C8-8BDE-BA1CDEA947C2}" type="pres">
      <dgm:prSet presAssocID="{728EE6DE-4690-4A46-97E8-C753A8D19081}" presName="rootComposite" presStyleCnt="0"/>
      <dgm:spPr/>
    </dgm:pt>
    <dgm:pt modelId="{ABE0EC38-FBFA-43D1-BEEE-2F7247A8DC50}" type="pres">
      <dgm:prSet presAssocID="{728EE6DE-4690-4A46-97E8-C753A8D19081}" presName="rootText" presStyleLbl="node3" presStyleIdx="0" presStyleCnt="2" custScaleX="65195" custLinFactY="-59160" custLinFactNeighborY="-100000">
        <dgm:presLayoutVars>
          <dgm:chPref val="3"/>
        </dgm:presLayoutVars>
      </dgm:prSet>
      <dgm:spPr/>
    </dgm:pt>
    <dgm:pt modelId="{568C512C-AF87-4FC2-8128-0C77594308F8}" type="pres">
      <dgm:prSet presAssocID="{728EE6DE-4690-4A46-97E8-C753A8D19081}" presName="rootConnector" presStyleLbl="node3" presStyleIdx="0" presStyleCnt="2"/>
      <dgm:spPr/>
    </dgm:pt>
    <dgm:pt modelId="{874CE4E4-1F5D-46BE-94FC-4CEF47CA6CAB}" type="pres">
      <dgm:prSet presAssocID="{728EE6DE-4690-4A46-97E8-C753A8D19081}" presName="hierChild4" presStyleCnt="0"/>
      <dgm:spPr/>
    </dgm:pt>
    <dgm:pt modelId="{F4ADA96D-D4FC-4413-AF20-5FEA7452310D}" type="pres">
      <dgm:prSet presAssocID="{2C7AC803-1ADC-4AB2-B989-EFEBB6051674}" presName="Name64" presStyleLbl="parChTrans1D4" presStyleIdx="0" presStyleCnt="7"/>
      <dgm:spPr/>
    </dgm:pt>
    <dgm:pt modelId="{B57CAFE2-77CC-401B-93B4-98A5747F4EFE}" type="pres">
      <dgm:prSet presAssocID="{BBA56660-B093-4668-80DE-9C49547D61E5}" presName="hierRoot2" presStyleCnt="0">
        <dgm:presLayoutVars>
          <dgm:hierBranch val="init"/>
        </dgm:presLayoutVars>
      </dgm:prSet>
      <dgm:spPr/>
    </dgm:pt>
    <dgm:pt modelId="{9F9C41C5-D806-4043-9457-125A2CB771EB}" type="pres">
      <dgm:prSet presAssocID="{BBA56660-B093-4668-80DE-9C49547D61E5}" presName="rootComposite" presStyleCnt="0"/>
      <dgm:spPr/>
    </dgm:pt>
    <dgm:pt modelId="{73053453-9BBE-4F37-8055-191F1294318F}" type="pres">
      <dgm:prSet presAssocID="{BBA56660-B093-4668-80DE-9C49547D61E5}" presName="rootText" presStyleLbl="node4" presStyleIdx="0" presStyleCnt="7" custScaleX="148981" custLinFactX="20497" custLinFactY="-59160" custLinFactNeighborX="100000" custLinFactNeighborY="-100000">
        <dgm:presLayoutVars>
          <dgm:chPref val="3"/>
        </dgm:presLayoutVars>
      </dgm:prSet>
      <dgm:spPr/>
    </dgm:pt>
    <dgm:pt modelId="{DBE6BE55-A1E5-4FF2-BDDC-1F58806B8411}" type="pres">
      <dgm:prSet presAssocID="{BBA56660-B093-4668-80DE-9C49547D61E5}" presName="rootConnector" presStyleLbl="node4" presStyleIdx="0" presStyleCnt="7"/>
      <dgm:spPr/>
    </dgm:pt>
    <dgm:pt modelId="{5F3C0532-E583-46F3-8017-222CBDF90E39}" type="pres">
      <dgm:prSet presAssocID="{BBA56660-B093-4668-80DE-9C49547D61E5}" presName="hierChild4" presStyleCnt="0"/>
      <dgm:spPr/>
    </dgm:pt>
    <dgm:pt modelId="{998C1468-8351-4403-A835-AB0915DB0B14}" type="pres">
      <dgm:prSet presAssocID="{BBA56660-B093-4668-80DE-9C49547D61E5}" presName="hierChild5" presStyleCnt="0"/>
      <dgm:spPr/>
    </dgm:pt>
    <dgm:pt modelId="{4B40805F-1F02-43DB-8BA6-2E1D4A4AF692}" type="pres">
      <dgm:prSet presAssocID="{728EE6DE-4690-4A46-97E8-C753A8D19081}" presName="hierChild5" presStyleCnt="0"/>
      <dgm:spPr/>
    </dgm:pt>
    <dgm:pt modelId="{FC6E504A-9A8C-4920-8315-471F550CBC35}" type="pres">
      <dgm:prSet presAssocID="{F879D11D-BEB3-41DF-B249-B5BF2F3C4EFE}" presName="Name64" presStyleLbl="parChTrans1D3" presStyleIdx="1" presStyleCnt="2"/>
      <dgm:spPr/>
    </dgm:pt>
    <dgm:pt modelId="{3042933A-19E3-4C6B-9847-793BF7EB9884}" type="pres">
      <dgm:prSet presAssocID="{09F828F9-8E07-45E2-808C-3F531B052671}" presName="hierRoot2" presStyleCnt="0">
        <dgm:presLayoutVars>
          <dgm:hierBranch val="init"/>
        </dgm:presLayoutVars>
      </dgm:prSet>
      <dgm:spPr/>
    </dgm:pt>
    <dgm:pt modelId="{8F535424-F68A-4FD0-B673-20574E8C0DE5}" type="pres">
      <dgm:prSet presAssocID="{09F828F9-8E07-45E2-808C-3F531B052671}" presName="rootComposite" presStyleCnt="0"/>
      <dgm:spPr/>
    </dgm:pt>
    <dgm:pt modelId="{DBF0E215-571F-4C67-B63E-20B2FB1C5D55}" type="pres">
      <dgm:prSet presAssocID="{09F828F9-8E07-45E2-808C-3F531B052671}" presName="rootText" presStyleLbl="node3" presStyleIdx="1" presStyleCnt="2" custScaleX="65195" custLinFactNeighborY="14719">
        <dgm:presLayoutVars>
          <dgm:chPref val="3"/>
        </dgm:presLayoutVars>
      </dgm:prSet>
      <dgm:spPr/>
    </dgm:pt>
    <dgm:pt modelId="{40EF9FB3-FB36-45A1-AA2F-8A46502BFCF9}" type="pres">
      <dgm:prSet presAssocID="{09F828F9-8E07-45E2-808C-3F531B052671}" presName="rootConnector" presStyleLbl="node3" presStyleIdx="1" presStyleCnt="2"/>
      <dgm:spPr/>
    </dgm:pt>
    <dgm:pt modelId="{ABB05F1C-88AD-48E6-BE76-38DAF32DC547}" type="pres">
      <dgm:prSet presAssocID="{09F828F9-8E07-45E2-808C-3F531B052671}" presName="hierChild4" presStyleCnt="0"/>
      <dgm:spPr/>
    </dgm:pt>
    <dgm:pt modelId="{193C9E31-D4DB-40CB-94A3-D67E396AE606}" type="pres">
      <dgm:prSet presAssocID="{650CC880-D1EF-44A8-AD28-B5586503980B}" presName="Name64" presStyleLbl="parChTrans1D4" presStyleIdx="1" presStyleCnt="7"/>
      <dgm:spPr/>
    </dgm:pt>
    <dgm:pt modelId="{1B3EB025-4FAC-48A5-B28E-780EF16ACD39}" type="pres">
      <dgm:prSet presAssocID="{BB0BD8DB-074B-48A6-B55B-56F6FC3F0BC0}" presName="hierRoot2" presStyleCnt="0">
        <dgm:presLayoutVars>
          <dgm:hierBranch val="init"/>
        </dgm:presLayoutVars>
      </dgm:prSet>
      <dgm:spPr/>
    </dgm:pt>
    <dgm:pt modelId="{D8C5A437-2848-4B6E-8073-88990BE14FF8}" type="pres">
      <dgm:prSet presAssocID="{BB0BD8DB-074B-48A6-B55B-56F6FC3F0BC0}" presName="rootComposite" presStyleCnt="0"/>
      <dgm:spPr/>
    </dgm:pt>
    <dgm:pt modelId="{F464893F-16A6-466D-B111-51A32A0C9FFD}" type="pres">
      <dgm:prSet presAssocID="{BB0BD8DB-074B-48A6-B55B-56F6FC3F0BC0}" presName="rootText" presStyleLbl="node4" presStyleIdx="1" presStyleCnt="7" custScaleX="65101">
        <dgm:presLayoutVars>
          <dgm:chPref val="3"/>
        </dgm:presLayoutVars>
      </dgm:prSet>
      <dgm:spPr/>
    </dgm:pt>
    <dgm:pt modelId="{B3A4199A-BB94-4CF2-BC39-C133AE076841}" type="pres">
      <dgm:prSet presAssocID="{BB0BD8DB-074B-48A6-B55B-56F6FC3F0BC0}" presName="rootConnector" presStyleLbl="node4" presStyleIdx="1" presStyleCnt="7"/>
      <dgm:spPr/>
    </dgm:pt>
    <dgm:pt modelId="{6042BFD3-3AD8-4E90-AD07-8AEC017812DC}" type="pres">
      <dgm:prSet presAssocID="{BB0BD8DB-074B-48A6-B55B-56F6FC3F0BC0}" presName="hierChild4" presStyleCnt="0"/>
      <dgm:spPr/>
    </dgm:pt>
    <dgm:pt modelId="{0F140B3C-F935-4349-AFDB-364FEEF14D2A}" type="pres">
      <dgm:prSet presAssocID="{D9B2D530-B7FE-47D7-987B-F3CE05AF362F}" presName="Name64" presStyleLbl="parChTrans1D4" presStyleIdx="2" presStyleCnt="7"/>
      <dgm:spPr/>
    </dgm:pt>
    <dgm:pt modelId="{FD8364AF-B2E7-47F9-A803-0A71DAE12435}" type="pres">
      <dgm:prSet presAssocID="{7E516302-AFD1-4963-ADCE-AEECF64BF14D}" presName="hierRoot2" presStyleCnt="0">
        <dgm:presLayoutVars>
          <dgm:hierBranch val="init"/>
        </dgm:presLayoutVars>
      </dgm:prSet>
      <dgm:spPr/>
    </dgm:pt>
    <dgm:pt modelId="{0BB64C80-A6AF-40FB-8FBC-3AB32D29D6D1}" type="pres">
      <dgm:prSet presAssocID="{7E516302-AFD1-4963-ADCE-AEECF64BF14D}" presName="rootComposite" presStyleCnt="0"/>
      <dgm:spPr/>
    </dgm:pt>
    <dgm:pt modelId="{428095AB-5FB9-46D9-9CDE-EDA556D17EF5}" type="pres">
      <dgm:prSet presAssocID="{7E516302-AFD1-4963-ADCE-AEECF64BF14D}" presName="rootText" presStyleLbl="node4" presStyleIdx="2" presStyleCnt="7" custScaleX="148899" custScaleY="155099">
        <dgm:presLayoutVars>
          <dgm:chPref val="3"/>
        </dgm:presLayoutVars>
      </dgm:prSet>
      <dgm:spPr/>
    </dgm:pt>
    <dgm:pt modelId="{2DA53316-5AAB-44C6-8A71-4BA2964B515F}" type="pres">
      <dgm:prSet presAssocID="{7E516302-AFD1-4963-ADCE-AEECF64BF14D}" presName="rootConnector" presStyleLbl="node4" presStyleIdx="2" presStyleCnt="7"/>
      <dgm:spPr/>
    </dgm:pt>
    <dgm:pt modelId="{395157AA-AE43-4D59-869B-71E7C2413E99}" type="pres">
      <dgm:prSet presAssocID="{7E516302-AFD1-4963-ADCE-AEECF64BF14D}" presName="hierChild4" presStyleCnt="0"/>
      <dgm:spPr/>
    </dgm:pt>
    <dgm:pt modelId="{6D172E7A-B1B3-4A2A-A9CD-2401F289ABD2}" type="pres">
      <dgm:prSet presAssocID="{7E516302-AFD1-4963-ADCE-AEECF64BF14D}" presName="hierChild5" presStyleCnt="0"/>
      <dgm:spPr/>
    </dgm:pt>
    <dgm:pt modelId="{E82BFFDC-187B-4E92-B356-694B059AAC51}" type="pres">
      <dgm:prSet presAssocID="{BB0BD8DB-074B-48A6-B55B-56F6FC3F0BC0}" presName="hierChild5" presStyleCnt="0"/>
      <dgm:spPr/>
    </dgm:pt>
    <dgm:pt modelId="{1AC09035-0C3F-48EE-AC60-D5AD0C8DD481}" type="pres">
      <dgm:prSet presAssocID="{A5F36C33-486A-46AB-827C-668C0E9AB8EE}" presName="Name64" presStyleLbl="parChTrans1D4" presStyleIdx="3" presStyleCnt="7"/>
      <dgm:spPr/>
    </dgm:pt>
    <dgm:pt modelId="{F6648456-DCAF-4BF3-99CD-E15F8A700209}" type="pres">
      <dgm:prSet presAssocID="{A0E717A6-9757-4395-85CD-23188FE30CDE}" presName="hierRoot2" presStyleCnt="0">
        <dgm:presLayoutVars>
          <dgm:hierBranch val="init"/>
        </dgm:presLayoutVars>
      </dgm:prSet>
      <dgm:spPr/>
    </dgm:pt>
    <dgm:pt modelId="{968A5C43-D571-4D17-ABBA-06803880C819}" type="pres">
      <dgm:prSet presAssocID="{A0E717A6-9757-4395-85CD-23188FE30CDE}" presName="rootComposite" presStyleCnt="0"/>
      <dgm:spPr/>
    </dgm:pt>
    <dgm:pt modelId="{A5D97A05-D1F8-4796-ABB0-9F4D6441836C}" type="pres">
      <dgm:prSet presAssocID="{A0E717A6-9757-4395-85CD-23188FE30CDE}" presName="rootText" presStyleLbl="node4" presStyleIdx="3" presStyleCnt="7" custScaleX="65195">
        <dgm:presLayoutVars>
          <dgm:chPref val="3"/>
        </dgm:presLayoutVars>
      </dgm:prSet>
      <dgm:spPr/>
    </dgm:pt>
    <dgm:pt modelId="{847DCA61-2B6A-4725-8F1A-E4CE91A3F098}" type="pres">
      <dgm:prSet presAssocID="{A0E717A6-9757-4395-85CD-23188FE30CDE}" presName="rootConnector" presStyleLbl="node4" presStyleIdx="3" presStyleCnt="7"/>
      <dgm:spPr/>
    </dgm:pt>
    <dgm:pt modelId="{D3CFE212-DCD4-4DAB-BE4F-3A775C95C57B}" type="pres">
      <dgm:prSet presAssocID="{A0E717A6-9757-4395-85CD-23188FE30CDE}" presName="hierChild4" presStyleCnt="0"/>
      <dgm:spPr/>
    </dgm:pt>
    <dgm:pt modelId="{079836A6-00E2-4DCD-AE00-DC5217AE2F7F}" type="pres">
      <dgm:prSet presAssocID="{1DB8DD13-358B-4BA0-8EDC-CBAA49CFFA63}" presName="Name64" presStyleLbl="parChTrans1D4" presStyleIdx="4" presStyleCnt="7"/>
      <dgm:spPr/>
    </dgm:pt>
    <dgm:pt modelId="{7317904B-4072-4A45-8410-50FE90BF34FE}" type="pres">
      <dgm:prSet presAssocID="{7C2FD72F-8AD0-41BD-AE9B-B20DF3192B4E}" presName="hierRoot2" presStyleCnt="0">
        <dgm:presLayoutVars>
          <dgm:hierBranch val="init"/>
        </dgm:presLayoutVars>
      </dgm:prSet>
      <dgm:spPr/>
    </dgm:pt>
    <dgm:pt modelId="{87A70810-1535-4614-9C6A-5317B4E98CE4}" type="pres">
      <dgm:prSet presAssocID="{7C2FD72F-8AD0-41BD-AE9B-B20DF3192B4E}" presName="rootComposite" presStyleCnt="0"/>
      <dgm:spPr/>
    </dgm:pt>
    <dgm:pt modelId="{6A429FF0-3D3F-493C-B098-DD08BFEDEA2B}" type="pres">
      <dgm:prSet presAssocID="{7C2FD72F-8AD0-41BD-AE9B-B20DF3192B4E}" presName="rootText" presStyleLbl="node4" presStyleIdx="4" presStyleCnt="7" custScaleX="148981" custScaleY="302812">
        <dgm:presLayoutVars>
          <dgm:chPref val="3"/>
        </dgm:presLayoutVars>
      </dgm:prSet>
      <dgm:spPr/>
    </dgm:pt>
    <dgm:pt modelId="{C1DA2960-7729-4B7A-A74A-F0B05386D62E}" type="pres">
      <dgm:prSet presAssocID="{7C2FD72F-8AD0-41BD-AE9B-B20DF3192B4E}" presName="rootConnector" presStyleLbl="node4" presStyleIdx="4" presStyleCnt="7"/>
      <dgm:spPr/>
    </dgm:pt>
    <dgm:pt modelId="{C84F02C2-50F7-44E5-BEBE-FB3686253590}" type="pres">
      <dgm:prSet presAssocID="{7C2FD72F-8AD0-41BD-AE9B-B20DF3192B4E}" presName="hierChild4" presStyleCnt="0"/>
      <dgm:spPr/>
    </dgm:pt>
    <dgm:pt modelId="{CCD6A6E5-BE7F-407D-96E4-A322662D888F}" type="pres">
      <dgm:prSet presAssocID="{7C2FD72F-8AD0-41BD-AE9B-B20DF3192B4E}" presName="hierChild5" presStyleCnt="0"/>
      <dgm:spPr/>
    </dgm:pt>
    <dgm:pt modelId="{F7225250-0D39-45DA-918F-7BC8261A40E0}" type="pres">
      <dgm:prSet presAssocID="{A0E717A6-9757-4395-85CD-23188FE30CDE}" presName="hierChild5" presStyleCnt="0"/>
      <dgm:spPr/>
    </dgm:pt>
    <dgm:pt modelId="{A803354E-AD42-469A-8098-24B3424DA08E}" type="pres">
      <dgm:prSet presAssocID="{8E6EB243-8F3D-4828-A82A-CD4A6A87E8DB}" presName="Name64" presStyleLbl="parChTrans1D4" presStyleIdx="5" presStyleCnt="7"/>
      <dgm:spPr/>
    </dgm:pt>
    <dgm:pt modelId="{6A7EAED4-DD8A-4834-A5E5-27C37A849121}" type="pres">
      <dgm:prSet presAssocID="{14EF6507-E0C0-4389-B8B1-E749A0EF74C7}" presName="hierRoot2" presStyleCnt="0">
        <dgm:presLayoutVars>
          <dgm:hierBranch val="init"/>
        </dgm:presLayoutVars>
      </dgm:prSet>
      <dgm:spPr/>
    </dgm:pt>
    <dgm:pt modelId="{B458186A-F415-4E8D-8006-9BB03A206E3C}" type="pres">
      <dgm:prSet presAssocID="{14EF6507-E0C0-4389-B8B1-E749A0EF74C7}" presName="rootComposite" presStyleCnt="0"/>
      <dgm:spPr/>
    </dgm:pt>
    <dgm:pt modelId="{0B5E4EB0-8266-4DC4-8769-9359756E0D0B}" type="pres">
      <dgm:prSet presAssocID="{14EF6507-E0C0-4389-B8B1-E749A0EF74C7}" presName="rootText" presStyleLbl="node4" presStyleIdx="5" presStyleCnt="7" custScaleX="65195">
        <dgm:presLayoutVars>
          <dgm:chPref val="3"/>
        </dgm:presLayoutVars>
      </dgm:prSet>
      <dgm:spPr/>
    </dgm:pt>
    <dgm:pt modelId="{80C8E26D-425F-4ED4-ADCA-BCB5EECD84FC}" type="pres">
      <dgm:prSet presAssocID="{14EF6507-E0C0-4389-B8B1-E749A0EF74C7}" presName="rootConnector" presStyleLbl="node4" presStyleIdx="5" presStyleCnt="7"/>
      <dgm:spPr/>
    </dgm:pt>
    <dgm:pt modelId="{EDA485F3-40C2-43A0-9F6E-781D360A003D}" type="pres">
      <dgm:prSet presAssocID="{14EF6507-E0C0-4389-B8B1-E749A0EF74C7}" presName="hierChild4" presStyleCnt="0"/>
      <dgm:spPr/>
    </dgm:pt>
    <dgm:pt modelId="{840FAF2B-7960-4B81-BFE4-18E07E664135}" type="pres">
      <dgm:prSet presAssocID="{229E42D7-B564-4EE8-937F-F92FBCEBAA74}" presName="Name64" presStyleLbl="parChTrans1D4" presStyleIdx="6" presStyleCnt="7"/>
      <dgm:spPr/>
    </dgm:pt>
    <dgm:pt modelId="{E7A5FD86-1C03-4E82-A654-5D51AD0C8815}" type="pres">
      <dgm:prSet presAssocID="{0B29B0B0-B36A-4999-A6B8-AA6D764B66F8}" presName="hierRoot2" presStyleCnt="0">
        <dgm:presLayoutVars>
          <dgm:hierBranch val="init"/>
        </dgm:presLayoutVars>
      </dgm:prSet>
      <dgm:spPr/>
    </dgm:pt>
    <dgm:pt modelId="{D475D005-1F08-48A7-8CD6-DBBF33BF1376}" type="pres">
      <dgm:prSet presAssocID="{0B29B0B0-B36A-4999-A6B8-AA6D764B66F8}" presName="rootComposite" presStyleCnt="0"/>
      <dgm:spPr/>
    </dgm:pt>
    <dgm:pt modelId="{4822AD67-BA21-46D5-9CE5-BB75E56C13A0}" type="pres">
      <dgm:prSet presAssocID="{0B29B0B0-B36A-4999-A6B8-AA6D764B66F8}" presName="rootText" presStyleLbl="node4" presStyleIdx="6" presStyleCnt="7" custScaleX="148981" custScaleY="100250">
        <dgm:presLayoutVars>
          <dgm:chPref val="3"/>
        </dgm:presLayoutVars>
      </dgm:prSet>
      <dgm:spPr/>
    </dgm:pt>
    <dgm:pt modelId="{50525916-15AB-49C5-ACBC-40878A7318BE}" type="pres">
      <dgm:prSet presAssocID="{0B29B0B0-B36A-4999-A6B8-AA6D764B66F8}" presName="rootConnector" presStyleLbl="node4" presStyleIdx="6" presStyleCnt="7"/>
      <dgm:spPr/>
    </dgm:pt>
    <dgm:pt modelId="{4071212D-E5E1-4245-BE36-2343D6A12939}" type="pres">
      <dgm:prSet presAssocID="{0B29B0B0-B36A-4999-A6B8-AA6D764B66F8}" presName="hierChild4" presStyleCnt="0"/>
      <dgm:spPr/>
    </dgm:pt>
    <dgm:pt modelId="{444D879A-5A74-49A0-839D-29DB26A9EAF2}" type="pres">
      <dgm:prSet presAssocID="{0B29B0B0-B36A-4999-A6B8-AA6D764B66F8}" presName="hierChild5" presStyleCnt="0"/>
      <dgm:spPr/>
    </dgm:pt>
    <dgm:pt modelId="{37B76268-94D3-4F88-9502-AD83FF0F4EFB}" type="pres">
      <dgm:prSet presAssocID="{14EF6507-E0C0-4389-B8B1-E749A0EF74C7}" presName="hierChild5" presStyleCnt="0"/>
      <dgm:spPr/>
    </dgm:pt>
    <dgm:pt modelId="{7C7C17CB-7ADF-4D74-8071-A76A4514A84A}" type="pres">
      <dgm:prSet presAssocID="{09F828F9-8E07-45E2-808C-3F531B052671}" presName="hierChild5" presStyleCnt="0"/>
      <dgm:spPr/>
    </dgm:pt>
    <dgm:pt modelId="{D485291C-17F7-4C02-ABE0-948E970C0091}" type="pres">
      <dgm:prSet presAssocID="{0470B48F-EAC4-4800-888C-F866ED6118A2}" presName="hierChild5" presStyleCnt="0"/>
      <dgm:spPr/>
    </dgm:pt>
    <dgm:pt modelId="{82022ADA-C6AF-4BBA-971F-B6496831BEBA}" type="pres">
      <dgm:prSet presAssocID="{E480CAFE-BC4E-4AD5-B7E8-2734D5AE1D7B}" presName="hierChild3" presStyleCnt="0"/>
      <dgm:spPr/>
    </dgm:pt>
  </dgm:ptLst>
  <dgm:cxnLst>
    <dgm:cxn modelId="{DE4E4E01-121B-49FA-BA52-6A0AD20F1DE4}" type="presOf" srcId="{0470B48F-EAC4-4800-888C-F866ED6118A2}" destId="{9633CB32-90FE-4FAF-9316-6EFD87FE0602}" srcOrd="1" destOrd="0" presId="urn:microsoft.com/office/officeart/2009/3/layout/HorizontalOrganizationChart"/>
    <dgm:cxn modelId="{D8EA4C0A-0BB9-4D4B-8A70-95941971E873}" type="presOf" srcId="{A5F36C33-486A-46AB-827C-668C0E9AB8EE}" destId="{1AC09035-0C3F-48EE-AC60-D5AD0C8DD481}" srcOrd="0" destOrd="0" presId="urn:microsoft.com/office/officeart/2009/3/layout/HorizontalOrganizationChart"/>
    <dgm:cxn modelId="{151EE60A-2578-4E2B-AA95-ED4A79A6131E}" type="presOf" srcId="{14EF6507-E0C0-4389-B8B1-E749A0EF74C7}" destId="{0B5E4EB0-8266-4DC4-8769-9359756E0D0B}" srcOrd="0" destOrd="0" presId="urn:microsoft.com/office/officeart/2009/3/layout/HorizontalOrganizationChart"/>
    <dgm:cxn modelId="{909DD30B-65E6-4ADB-B4D3-116AFFA1E4C2}" type="presOf" srcId="{0B29B0B0-B36A-4999-A6B8-AA6D764B66F8}" destId="{50525916-15AB-49C5-ACBC-40878A7318BE}" srcOrd="1" destOrd="0" presId="urn:microsoft.com/office/officeart/2009/3/layout/HorizontalOrganizationChart"/>
    <dgm:cxn modelId="{6BC7860D-AC61-4F88-8BAC-7D86F251ADDC}" type="presOf" srcId="{D9B2D530-B7FE-47D7-987B-F3CE05AF362F}" destId="{0F140B3C-F935-4349-AFDB-364FEEF14D2A}" srcOrd="0" destOrd="0" presId="urn:microsoft.com/office/officeart/2009/3/layout/HorizontalOrganizationChart"/>
    <dgm:cxn modelId="{2848160E-8B6C-4F39-AD96-520A01FDE672}" type="presOf" srcId="{650CC880-D1EF-44A8-AD28-B5586503980B}" destId="{193C9E31-D4DB-40CB-94A3-D67E396AE606}" srcOrd="0" destOrd="0" presId="urn:microsoft.com/office/officeart/2009/3/layout/HorizontalOrganizationChart"/>
    <dgm:cxn modelId="{5F81800E-74BE-4C28-A2EA-3D879A071E21}" type="presOf" srcId="{A0E717A6-9757-4395-85CD-23188FE30CDE}" destId="{847DCA61-2B6A-4725-8F1A-E4CE91A3F098}" srcOrd="1" destOrd="0" presId="urn:microsoft.com/office/officeart/2009/3/layout/HorizontalOrganizationChart"/>
    <dgm:cxn modelId="{26C27118-410E-4645-B8AF-A9C36F5983AC}" type="presOf" srcId="{BB0BD8DB-074B-48A6-B55B-56F6FC3F0BC0}" destId="{B3A4199A-BB94-4CF2-BC39-C133AE076841}" srcOrd="1" destOrd="0" presId="urn:microsoft.com/office/officeart/2009/3/layout/HorizontalOrganizationChart"/>
    <dgm:cxn modelId="{AB36B11A-BF8D-41B3-A352-9969D475202B}" type="presOf" srcId="{7C2FD72F-8AD0-41BD-AE9B-B20DF3192B4E}" destId="{C1DA2960-7729-4B7A-A74A-F0B05386D62E}" srcOrd="1" destOrd="0" presId="urn:microsoft.com/office/officeart/2009/3/layout/HorizontalOrganizationChart"/>
    <dgm:cxn modelId="{D10ECD21-CF67-4BF9-BD1F-B32866551D0E}" type="presOf" srcId="{E480CAFE-BC4E-4AD5-B7E8-2734D5AE1D7B}" destId="{C89E1890-0C73-4894-9AC1-05483EA40380}" srcOrd="1" destOrd="0" presId="urn:microsoft.com/office/officeart/2009/3/layout/HorizontalOrganizationChart"/>
    <dgm:cxn modelId="{85975127-A850-47C7-95FA-5D31BC8408C3}" type="presOf" srcId="{A0E717A6-9757-4395-85CD-23188FE30CDE}" destId="{A5D97A05-D1F8-4796-ABB0-9F4D6441836C}" srcOrd="0" destOrd="0" presId="urn:microsoft.com/office/officeart/2009/3/layout/HorizontalOrganizationChart"/>
    <dgm:cxn modelId="{A040F727-340D-46D2-A4EF-D128405F4B47}" srcId="{0470B48F-EAC4-4800-888C-F866ED6118A2}" destId="{09F828F9-8E07-45E2-808C-3F531B052671}" srcOrd="1" destOrd="0" parTransId="{F879D11D-BEB3-41DF-B249-B5BF2F3C4EFE}" sibTransId="{07C60867-9E9F-4394-B9D2-1ECC3E8FA90B}"/>
    <dgm:cxn modelId="{56EB1D2D-ED0A-4951-BBDD-87594E4ADA83}" type="presOf" srcId="{BBA56660-B093-4668-80DE-9C49547D61E5}" destId="{DBE6BE55-A1E5-4FF2-BDDC-1F58806B8411}" srcOrd="1" destOrd="0" presId="urn:microsoft.com/office/officeart/2009/3/layout/HorizontalOrganizationChart"/>
    <dgm:cxn modelId="{3AA41E3B-A9D2-4E6F-935E-43D329B3469D}" srcId="{0470B48F-EAC4-4800-888C-F866ED6118A2}" destId="{728EE6DE-4690-4A46-97E8-C753A8D19081}" srcOrd="0" destOrd="0" parTransId="{7BE49214-F4F1-4E6D-AA5E-DC8C8A03DD9A}" sibTransId="{E05C28A0-6DCB-4B28-B080-1EAB3963BCCD}"/>
    <dgm:cxn modelId="{21C08A3C-FE52-451C-99F8-5EA013A123CE}" type="presOf" srcId="{E480CAFE-BC4E-4AD5-B7E8-2734D5AE1D7B}" destId="{62518ECA-CD4D-4821-8E63-B7C92F911D75}" srcOrd="0" destOrd="0" presId="urn:microsoft.com/office/officeart/2009/3/layout/HorizontalOrganizationChart"/>
    <dgm:cxn modelId="{F126BB5C-4F72-48CB-A0DD-DE2FCDC07A99}" srcId="{0057E3D0-CE57-4507-A38B-AF8AE70231A0}" destId="{E480CAFE-BC4E-4AD5-B7E8-2734D5AE1D7B}" srcOrd="0" destOrd="0" parTransId="{B7F3963F-E253-4F37-8FD2-3C87E1D346A1}" sibTransId="{45FD9ADF-38A9-4582-A797-69E83C2A2F3D}"/>
    <dgm:cxn modelId="{C67CB360-31A3-40D9-B10A-51E587C452F5}" type="presOf" srcId="{1DB8DD13-358B-4BA0-8EDC-CBAA49CFFA63}" destId="{079836A6-00E2-4DCD-AE00-DC5217AE2F7F}" srcOrd="0" destOrd="0" presId="urn:microsoft.com/office/officeart/2009/3/layout/HorizontalOrganizationChart"/>
    <dgm:cxn modelId="{AF3B4B41-9471-444B-9108-FFBA365BD2FB}" srcId="{09F828F9-8E07-45E2-808C-3F531B052671}" destId="{14EF6507-E0C0-4389-B8B1-E749A0EF74C7}" srcOrd="2" destOrd="0" parTransId="{8E6EB243-8F3D-4828-A82A-CD4A6A87E8DB}" sibTransId="{D0FBD536-4D6D-4739-9C88-101AD513C641}"/>
    <dgm:cxn modelId="{11450D62-4AD0-4759-8761-9471C616E633}" srcId="{A0E717A6-9757-4395-85CD-23188FE30CDE}" destId="{7C2FD72F-8AD0-41BD-AE9B-B20DF3192B4E}" srcOrd="0" destOrd="0" parTransId="{1DB8DD13-358B-4BA0-8EDC-CBAA49CFFA63}" sibTransId="{1C9D09FC-0C58-45AB-BC94-B387D629833F}"/>
    <dgm:cxn modelId="{6083B143-8CEC-429E-9747-CC0747D153E5}" type="presOf" srcId="{14EF6507-E0C0-4389-B8B1-E749A0EF74C7}" destId="{80C8E26D-425F-4ED4-ADCA-BCB5EECD84FC}" srcOrd="1" destOrd="0" presId="urn:microsoft.com/office/officeart/2009/3/layout/HorizontalOrganizationChart"/>
    <dgm:cxn modelId="{196E426B-B8C3-41E4-803D-467C5EC98AA5}" srcId="{728EE6DE-4690-4A46-97E8-C753A8D19081}" destId="{BBA56660-B093-4668-80DE-9C49547D61E5}" srcOrd="0" destOrd="0" parTransId="{2C7AC803-1ADC-4AB2-B989-EFEBB6051674}" sibTransId="{1025E9FD-0355-4519-9E24-C8005E358C6F}"/>
    <dgm:cxn modelId="{4B24924B-F469-4B84-A725-6D0B3DAF3E04}" type="presOf" srcId="{BBA56660-B093-4668-80DE-9C49547D61E5}" destId="{73053453-9BBE-4F37-8055-191F1294318F}" srcOrd="0" destOrd="0" presId="urn:microsoft.com/office/officeart/2009/3/layout/HorizontalOrganizationChart"/>
    <dgm:cxn modelId="{5280AB73-15A8-4923-B696-282BFB1F7BA0}" type="presOf" srcId="{F879D11D-BEB3-41DF-B249-B5BF2F3C4EFE}" destId="{FC6E504A-9A8C-4920-8315-471F550CBC35}" srcOrd="0" destOrd="0" presId="urn:microsoft.com/office/officeart/2009/3/layout/HorizontalOrganizationChart"/>
    <dgm:cxn modelId="{88B4CB54-AD19-4DBD-B749-F8D83AF2AD7E}" type="presOf" srcId="{7C2FD72F-8AD0-41BD-AE9B-B20DF3192B4E}" destId="{6A429FF0-3D3F-493C-B098-DD08BFEDEA2B}" srcOrd="0" destOrd="0" presId="urn:microsoft.com/office/officeart/2009/3/layout/HorizontalOrganizationChart"/>
    <dgm:cxn modelId="{B3B76A59-E989-4F93-8D61-AD2AC01BBEFA}" type="presOf" srcId="{53408EC0-2B54-4ACF-8FB7-0EECE0C92112}" destId="{6E3D7650-B495-4045-9B34-395E8C3FBB9C}" srcOrd="0" destOrd="0" presId="urn:microsoft.com/office/officeart/2009/3/layout/HorizontalOrganizationChart"/>
    <dgm:cxn modelId="{8179CE7F-A209-49B7-A4C0-9D69C24ACBAF}" srcId="{E480CAFE-BC4E-4AD5-B7E8-2734D5AE1D7B}" destId="{0470B48F-EAC4-4800-888C-F866ED6118A2}" srcOrd="0" destOrd="0" parTransId="{53408EC0-2B54-4ACF-8FB7-0EECE0C92112}" sibTransId="{0DB02323-F336-428C-BFAC-0003DAEF5723}"/>
    <dgm:cxn modelId="{4A3E5980-6ED7-476F-BEA9-0CCCEC828A3D}" type="presOf" srcId="{BB0BD8DB-074B-48A6-B55B-56F6FC3F0BC0}" destId="{F464893F-16A6-466D-B111-51A32A0C9FFD}" srcOrd="0" destOrd="0" presId="urn:microsoft.com/office/officeart/2009/3/layout/HorizontalOrganizationChart"/>
    <dgm:cxn modelId="{65494F85-7C02-439B-9386-E8E01DC018B0}" srcId="{14EF6507-E0C0-4389-B8B1-E749A0EF74C7}" destId="{0B29B0B0-B36A-4999-A6B8-AA6D764B66F8}" srcOrd="0" destOrd="0" parTransId="{229E42D7-B564-4EE8-937F-F92FBCEBAA74}" sibTransId="{F6E0D320-10BE-4C68-9830-3676B1A53987}"/>
    <dgm:cxn modelId="{10DAC88F-1857-47A7-AEB0-182D9928BD30}" type="presOf" srcId="{7E516302-AFD1-4963-ADCE-AEECF64BF14D}" destId="{428095AB-5FB9-46D9-9CDE-EDA556D17EF5}" srcOrd="0" destOrd="0" presId="urn:microsoft.com/office/officeart/2009/3/layout/HorizontalOrganizationChart"/>
    <dgm:cxn modelId="{94541A91-FD92-43BD-B370-3FE147DE8EE0}" type="presOf" srcId="{0B29B0B0-B36A-4999-A6B8-AA6D764B66F8}" destId="{4822AD67-BA21-46D5-9CE5-BB75E56C13A0}" srcOrd="0" destOrd="0" presId="urn:microsoft.com/office/officeart/2009/3/layout/HorizontalOrganizationChart"/>
    <dgm:cxn modelId="{28B23291-20DE-49DF-A24C-68DF49DD4CF9}" type="presOf" srcId="{8E6EB243-8F3D-4828-A82A-CD4A6A87E8DB}" destId="{A803354E-AD42-469A-8098-24B3424DA08E}" srcOrd="0" destOrd="0" presId="urn:microsoft.com/office/officeart/2009/3/layout/HorizontalOrganizationChart"/>
    <dgm:cxn modelId="{BEDA7D91-9452-4F0F-A418-B7EFA64FF293}" type="presOf" srcId="{7BE49214-F4F1-4E6D-AA5E-DC8C8A03DD9A}" destId="{81332D1D-C6D0-4170-AFC7-84A6499508FA}" srcOrd="0" destOrd="0" presId="urn:microsoft.com/office/officeart/2009/3/layout/HorizontalOrganizationChart"/>
    <dgm:cxn modelId="{EF31E593-F855-4E0D-A018-5C8D66F8D5CC}" srcId="{09F828F9-8E07-45E2-808C-3F531B052671}" destId="{BB0BD8DB-074B-48A6-B55B-56F6FC3F0BC0}" srcOrd="0" destOrd="0" parTransId="{650CC880-D1EF-44A8-AD28-B5586503980B}" sibTransId="{154BC9D3-E442-463A-8417-9B9803215814}"/>
    <dgm:cxn modelId="{A6064F97-9BFB-41FA-8C43-FC701F420EDA}" type="presOf" srcId="{728EE6DE-4690-4A46-97E8-C753A8D19081}" destId="{568C512C-AF87-4FC2-8128-0C77594308F8}" srcOrd="1" destOrd="0" presId="urn:microsoft.com/office/officeart/2009/3/layout/HorizontalOrganizationChart"/>
    <dgm:cxn modelId="{EBAE58B4-1DCB-4AF4-907C-25011A22AF8C}" type="presOf" srcId="{09F828F9-8E07-45E2-808C-3F531B052671}" destId="{40EF9FB3-FB36-45A1-AA2F-8A46502BFCF9}" srcOrd="1" destOrd="0" presId="urn:microsoft.com/office/officeart/2009/3/layout/HorizontalOrganizationChart"/>
    <dgm:cxn modelId="{4F4F80B5-2813-4491-85F2-C6CF432F0052}" type="presOf" srcId="{09F828F9-8E07-45E2-808C-3F531B052671}" destId="{DBF0E215-571F-4C67-B63E-20B2FB1C5D55}" srcOrd="0" destOrd="0" presId="urn:microsoft.com/office/officeart/2009/3/layout/HorizontalOrganizationChart"/>
    <dgm:cxn modelId="{F0A6DBB5-E642-48E8-ABED-8AA6A3FF6EEB}" type="presOf" srcId="{7E516302-AFD1-4963-ADCE-AEECF64BF14D}" destId="{2DA53316-5AAB-44C6-8A71-4BA2964B515F}" srcOrd="1" destOrd="0" presId="urn:microsoft.com/office/officeart/2009/3/layout/HorizontalOrganizationChart"/>
    <dgm:cxn modelId="{EFDE0CB7-A8AD-4D32-ACFB-208D517C63A6}" type="presOf" srcId="{2C7AC803-1ADC-4AB2-B989-EFEBB6051674}" destId="{F4ADA96D-D4FC-4413-AF20-5FEA7452310D}" srcOrd="0" destOrd="0" presId="urn:microsoft.com/office/officeart/2009/3/layout/HorizontalOrganizationChart"/>
    <dgm:cxn modelId="{09315FD3-939B-4852-8E8B-188894D3FED3}" srcId="{BB0BD8DB-074B-48A6-B55B-56F6FC3F0BC0}" destId="{7E516302-AFD1-4963-ADCE-AEECF64BF14D}" srcOrd="0" destOrd="0" parTransId="{D9B2D530-B7FE-47D7-987B-F3CE05AF362F}" sibTransId="{B413AD6F-5E4D-458A-8BFB-2450915D063A}"/>
    <dgm:cxn modelId="{471D23D7-B670-4934-86E3-3C109395D0B2}" type="presOf" srcId="{0057E3D0-CE57-4507-A38B-AF8AE70231A0}" destId="{1D12DB75-4DE4-4E64-8E0B-3E95442D9170}" srcOrd="0" destOrd="0" presId="urn:microsoft.com/office/officeart/2009/3/layout/HorizontalOrganizationChart"/>
    <dgm:cxn modelId="{B3E863E9-AF3F-4C95-806F-F6F8B4A195CA}" type="presOf" srcId="{0470B48F-EAC4-4800-888C-F866ED6118A2}" destId="{9C66FCC7-39D7-4D1D-BC6C-F8ABA5E0C992}" srcOrd="0" destOrd="0" presId="urn:microsoft.com/office/officeart/2009/3/layout/HorizontalOrganizationChart"/>
    <dgm:cxn modelId="{03B2AAEA-9CF7-407D-A125-6E965AFB7EE0}" type="presOf" srcId="{728EE6DE-4690-4A46-97E8-C753A8D19081}" destId="{ABE0EC38-FBFA-43D1-BEEE-2F7247A8DC50}" srcOrd="0" destOrd="0" presId="urn:microsoft.com/office/officeart/2009/3/layout/HorizontalOrganizationChart"/>
    <dgm:cxn modelId="{F7D4F0FD-4F94-4BA5-AF51-4BB7A70EB072}" type="presOf" srcId="{229E42D7-B564-4EE8-937F-F92FBCEBAA74}" destId="{840FAF2B-7960-4B81-BFE4-18E07E664135}" srcOrd="0" destOrd="0" presId="urn:microsoft.com/office/officeart/2009/3/layout/HorizontalOrganizationChart"/>
    <dgm:cxn modelId="{C6097FFE-1B5F-48D9-AE9C-63EB6F7B7E7E}" srcId="{09F828F9-8E07-45E2-808C-3F531B052671}" destId="{A0E717A6-9757-4395-85CD-23188FE30CDE}" srcOrd="1" destOrd="0" parTransId="{A5F36C33-486A-46AB-827C-668C0E9AB8EE}" sibTransId="{83B92561-CD82-4EA6-A758-5BB3BB519D0A}"/>
    <dgm:cxn modelId="{1581BF82-E738-4677-B77E-FDAB4334DE1F}" type="presParOf" srcId="{1D12DB75-4DE4-4E64-8E0B-3E95442D9170}" destId="{02C507FE-3424-4B89-AD02-16F9773B7310}" srcOrd="0" destOrd="0" presId="urn:microsoft.com/office/officeart/2009/3/layout/HorizontalOrganizationChart"/>
    <dgm:cxn modelId="{EFF27853-A968-4DD1-B827-F33EEA4691E3}" type="presParOf" srcId="{02C507FE-3424-4B89-AD02-16F9773B7310}" destId="{C1C50846-88A2-49C3-B861-26A06FD2C321}" srcOrd="0" destOrd="0" presId="urn:microsoft.com/office/officeart/2009/3/layout/HorizontalOrganizationChart"/>
    <dgm:cxn modelId="{B6FAAAF4-F9C7-489E-A988-549550824485}" type="presParOf" srcId="{C1C50846-88A2-49C3-B861-26A06FD2C321}" destId="{62518ECA-CD4D-4821-8E63-B7C92F911D75}" srcOrd="0" destOrd="0" presId="urn:microsoft.com/office/officeart/2009/3/layout/HorizontalOrganizationChart"/>
    <dgm:cxn modelId="{AA48FFF7-345D-4E2E-9F3F-2A1C870CCC72}" type="presParOf" srcId="{C1C50846-88A2-49C3-B861-26A06FD2C321}" destId="{C89E1890-0C73-4894-9AC1-05483EA40380}" srcOrd="1" destOrd="0" presId="urn:microsoft.com/office/officeart/2009/3/layout/HorizontalOrganizationChart"/>
    <dgm:cxn modelId="{DEB550F4-67E8-4F78-BEF9-E6DA2B7DD99C}" type="presParOf" srcId="{02C507FE-3424-4B89-AD02-16F9773B7310}" destId="{21EBC2BD-80C2-49F3-9DA9-E128EF9E6004}" srcOrd="1" destOrd="0" presId="urn:microsoft.com/office/officeart/2009/3/layout/HorizontalOrganizationChart"/>
    <dgm:cxn modelId="{0F3FB297-B3DA-4DE4-9106-36A7A4C211B5}" type="presParOf" srcId="{21EBC2BD-80C2-49F3-9DA9-E128EF9E6004}" destId="{6E3D7650-B495-4045-9B34-395E8C3FBB9C}" srcOrd="0" destOrd="0" presId="urn:microsoft.com/office/officeart/2009/3/layout/HorizontalOrganizationChart"/>
    <dgm:cxn modelId="{C653333A-1EE0-45FE-AE44-5E66E7B5FDF2}" type="presParOf" srcId="{21EBC2BD-80C2-49F3-9DA9-E128EF9E6004}" destId="{5D64B471-0826-4A6E-9978-DDC73624ED2E}" srcOrd="1" destOrd="0" presId="urn:microsoft.com/office/officeart/2009/3/layout/HorizontalOrganizationChart"/>
    <dgm:cxn modelId="{C4317434-287C-4786-861F-9637C1E5823E}" type="presParOf" srcId="{5D64B471-0826-4A6E-9978-DDC73624ED2E}" destId="{891C5BF5-14FC-465F-9881-C5FA680870B7}" srcOrd="0" destOrd="0" presId="urn:microsoft.com/office/officeart/2009/3/layout/HorizontalOrganizationChart"/>
    <dgm:cxn modelId="{C2CE02D6-E7E8-48DE-93A4-1709A1ABFBD1}" type="presParOf" srcId="{891C5BF5-14FC-465F-9881-C5FA680870B7}" destId="{9C66FCC7-39D7-4D1D-BC6C-F8ABA5E0C992}" srcOrd="0" destOrd="0" presId="urn:microsoft.com/office/officeart/2009/3/layout/HorizontalOrganizationChart"/>
    <dgm:cxn modelId="{6C601D28-1748-4BFD-AA3C-D4E39FCA9F6E}" type="presParOf" srcId="{891C5BF5-14FC-465F-9881-C5FA680870B7}" destId="{9633CB32-90FE-4FAF-9316-6EFD87FE0602}" srcOrd="1" destOrd="0" presId="urn:microsoft.com/office/officeart/2009/3/layout/HorizontalOrganizationChart"/>
    <dgm:cxn modelId="{1968EF86-CEF2-41AB-ABAB-7B10FA0E1362}" type="presParOf" srcId="{5D64B471-0826-4A6E-9978-DDC73624ED2E}" destId="{EE823C60-73E7-450A-B47D-A26857E6DD72}" srcOrd="1" destOrd="0" presId="urn:microsoft.com/office/officeart/2009/3/layout/HorizontalOrganizationChart"/>
    <dgm:cxn modelId="{75C36B03-B5BD-42E2-BBEA-551F13325691}" type="presParOf" srcId="{EE823C60-73E7-450A-B47D-A26857E6DD72}" destId="{81332D1D-C6D0-4170-AFC7-84A6499508FA}" srcOrd="0" destOrd="0" presId="urn:microsoft.com/office/officeart/2009/3/layout/HorizontalOrganizationChart"/>
    <dgm:cxn modelId="{D41EBAD7-9D09-4FA3-BAE7-1A337D785865}" type="presParOf" srcId="{EE823C60-73E7-450A-B47D-A26857E6DD72}" destId="{E5F1BC45-C02E-43D1-9D16-825A29FC0BDA}" srcOrd="1" destOrd="0" presId="urn:microsoft.com/office/officeart/2009/3/layout/HorizontalOrganizationChart"/>
    <dgm:cxn modelId="{A7FE34B4-8CEF-449E-AA9C-7F848B6F833E}" type="presParOf" srcId="{E5F1BC45-C02E-43D1-9D16-825A29FC0BDA}" destId="{F43B07B7-4140-45C8-8BDE-BA1CDEA947C2}" srcOrd="0" destOrd="0" presId="urn:microsoft.com/office/officeart/2009/3/layout/HorizontalOrganizationChart"/>
    <dgm:cxn modelId="{9C1808A3-EE9B-4E54-A5CA-AC8DD49AD28C}" type="presParOf" srcId="{F43B07B7-4140-45C8-8BDE-BA1CDEA947C2}" destId="{ABE0EC38-FBFA-43D1-BEEE-2F7247A8DC50}" srcOrd="0" destOrd="0" presId="urn:microsoft.com/office/officeart/2009/3/layout/HorizontalOrganizationChart"/>
    <dgm:cxn modelId="{C3A24B95-0D9F-4C65-800F-4B00D7C0BDE7}" type="presParOf" srcId="{F43B07B7-4140-45C8-8BDE-BA1CDEA947C2}" destId="{568C512C-AF87-4FC2-8128-0C77594308F8}" srcOrd="1" destOrd="0" presId="urn:microsoft.com/office/officeart/2009/3/layout/HorizontalOrganizationChart"/>
    <dgm:cxn modelId="{920E8000-A332-4985-B37B-7FDC2AE64FEB}" type="presParOf" srcId="{E5F1BC45-C02E-43D1-9D16-825A29FC0BDA}" destId="{874CE4E4-1F5D-46BE-94FC-4CEF47CA6CAB}" srcOrd="1" destOrd="0" presId="urn:microsoft.com/office/officeart/2009/3/layout/HorizontalOrganizationChart"/>
    <dgm:cxn modelId="{2116EED5-2BA3-4770-80A2-AC781F01A5EF}" type="presParOf" srcId="{874CE4E4-1F5D-46BE-94FC-4CEF47CA6CAB}" destId="{F4ADA96D-D4FC-4413-AF20-5FEA7452310D}" srcOrd="0" destOrd="0" presId="urn:microsoft.com/office/officeart/2009/3/layout/HorizontalOrganizationChart"/>
    <dgm:cxn modelId="{AD0F2C99-3A70-4AAF-92AF-10474F53727F}" type="presParOf" srcId="{874CE4E4-1F5D-46BE-94FC-4CEF47CA6CAB}" destId="{B57CAFE2-77CC-401B-93B4-98A5747F4EFE}" srcOrd="1" destOrd="0" presId="urn:microsoft.com/office/officeart/2009/3/layout/HorizontalOrganizationChart"/>
    <dgm:cxn modelId="{538739EC-67F7-473E-91A7-C41EE5CB1C2D}" type="presParOf" srcId="{B57CAFE2-77CC-401B-93B4-98A5747F4EFE}" destId="{9F9C41C5-D806-4043-9457-125A2CB771EB}" srcOrd="0" destOrd="0" presId="urn:microsoft.com/office/officeart/2009/3/layout/HorizontalOrganizationChart"/>
    <dgm:cxn modelId="{64C0C45B-7178-48F8-BA8E-30B30B824CB2}" type="presParOf" srcId="{9F9C41C5-D806-4043-9457-125A2CB771EB}" destId="{73053453-9BBE-4F37-8055-191F1294318F}" srcOrd="0" destOrd="0" presId="urn:microsoft.com/office/officeart/2009/3/layout/HorizontalOrganizationChart"/>
    <dgm:cxn modelId="{E7F4F509-B1FA-4D29-B4A8-4F1D43C0F343}" type="presParOf" srcId="{9F9C41C5-D806-4043-9457-125A2CB771EB}" destId="{DBE6BE55-A1E5-4FF2-BDDC-1F58806B8411}" srcOrd="1" destOrd="0" presId="urn:microsoft.com/office/officeart/2009/3/layout/HorizontalOrganizationChart"/>
    <dgm:cxn modelId="{BCC5ED6E-0263-41A7-8126-583611B9A311}" type="presParOf" srcId="{B57CAFE2-77CC-401B-93B4-98A5747F4EFE}" destId="{5F3C0532-E583-46F3-8017-222CBDF90E39}" srcOrd="1" destOrd="0" presId="urn:microsoft.com/office/officeart/2009/3/layout/HorizontalOrganizationChart"/>
    <dgm:cxn modelId="{CA90182D-6715-4AB4-9770-6AA55657E360}" type="presParOf" srcId="{B57CAFE2-77CC-401B-93B4-98A5747F4EFE}" destId="{998C1468-8351-4403-A835-AB0915DB0B14}" srcOrd="2" destOrd="0" presId="urn:microsoft.com/office/officeart/2009/3/layout/HorizontalOrganizationChart"/>
    <dgm:cxn modelId="{FF1F5318-FE93-4C5D-8AE3-01DA31F71E41}" type="presParOf" srcId="{E5F1BC45-C02E-43D1-9D16-825A29FC0BDA}" destId="{4B40805F-1F02-43DB-8BA6-2E1D4A4AF692}" srcOrd="2" destOrd="0" presId="urn:microsoft.com/office/officeart/2009/3/layout/HorizontalOrganizationChart"/>
    <dgm:cxn modelId="{81FBBF94-2E95-4BDA-976A-5EE57FB8167B}" type="presParOf" srcId="{EE823C60-73E7-450A-B47D-A26857E6DD72}" destId="{FC6E504A-9A8C-4920-8315-471F550CBC35}" srcOrd="2" destOrd="0" presId="urn:microsoft.com/office/officeart/2009/3/layout/HorizontalOrganizationChart"/>
    <dgm:cxn modelId="{83A48B5A-A00D-477D-9F87-C1E9818557EA}" type="presParOf" srcId="{EE823C60-73E7-450A-B47D-A26857E6DD72}" destId="{3042933A-19E3-4C6B-9847-793BF7EB9884}" srcOrd="3" destOrd="0" presId="urn:microsoft.com/office/officeart/2009/3/layout/HorizontalOrganizationChart"/>
    <dgm:cxn modelId="{3C77AC2C-5518-405F-AFC8-3C9036C2BC91}" type="presParOf" srcId="{3042933A-19E3-4C6B-9847-793BF7EB9884}" destId="{8F535424-F68A-4FD0-B673-20574E8C0DE5}" srcOrd="0" destOrd="0" presId="urn:microsoft.com/office/officeart/2009/3/layout/HorizontalOrganizationChart"/>
    <dgm:cxn modelId="{E9A5AE16-304F-42F6-933D-F1CC935657BA}" type="presParOf" srcId="{8F535424-F68A-4FD0-B673-20574E8C0DE5}" destId="{DBF0E215-571F-4C67-B63E-20B2FB1C5D55}" srcOrd="0" destOrd="0" presId="urn:microsoft.com/office/officeart/2009/3/layout/HorizontalOrganizationChart"/>
    <dgm:cxn modelId="{B961FBA4-420F-4AF5-8AB3-B38BFFA3F83D}" type="presParOf" srcId="{8F535424-F68A-4FD0-B673-20574E8C0DE5}" destId="{40EF9FB3-FB36-45A1-AA2F-8A46502BFCF9}" srcOrd="1" destOrd="0" presId="urn:microsoft.com/office/officeart/2009/3/layout/HorizontalOrganizationChart"/>
    <dgm:cxn modelId="{44391E1A-81C3-4BDD-A567-08D7AED253A9}" type="presParOf" srcId="{3042933A-19E3-4C6B-9847-793BF7EB9884}" destId="{ABB05F1C-88AD-48E6-BE76-38DAF32DC547}" srcOrd="1" destOrd="0" presId="urn:microsoft.com/office/officeart/2009/3/layout/HorizontalOrganizationChart"/>
    <dgm:cxn modelId="{3C2EDCAE-88AB-4AC6-A458-1520A39D5AB6}" type="presParOf" srcId="{ABB05F1C-88AD-48E6-BE76-38DAF32DC547}" destId="{193C9E31-D4DB-40CB-94A3-D67E396AE606}" srcOrd="0" destOrd="0" presId="urn:microsoft.com/office/officeart/2009/3/layout/HorizontalOrganizationChart"/>
    <dgm:cxn modelId="{6558BA7C-08A9-4FE1-943F-253F7382AA88}" type="presParOf" srcId="{ABB05F1C-88AD-48E6-BE76-38DAF32DC547}" destId="{1B3EB025-4FAC-48A5-B28E-780EF16ACD39}" srcOrd="1" destOrd="0" presId="urn:microsoft.com/office/officeart/2009/3/layout/HorizontalOrganizationChart"/>
    <dgm:cxn modelId="{4FBC78FE-EF82-482E-9AD3-EC123A8D4F74}" type="presParOf" srcId="{1B3EB025-4FAC-48A5-B28E-780EF16ACD39}" destId="{D8C5A437-2848-4B6E-8073-88990BE14FF8}" srcOrd="0" destOrd="0" presId="urn:microsoft.com/office/officeart/2009/3/layout/HorizontalOrganizationChart"/>
    <dgm:cxn modelId="{CC3BAF7B-CB35-4123-A9C9-20FC0ADF921E}" type="presParOf" srcId="{D8C5A437-2848-4B6E-8073-88990BE14FF8}" destId="{F464893F-16A6-466D-B111-51A32A0C9FFD}" srcOrd="0" destOrd="0" presId="urn:microsoft.com/office/officeart/2009/3/layout/HorizontalOrganizationChart"/>
    <dgm:cxn modelId="{B284567B-AA8A-4710-AECA-C561C52D68A2}" type="presParOf" srcId="{D8C5A437-2848-4B6E-8073-88990BE14FF8}" destId="{B3A4199A-BB94-4CF2-BC39-C133AE076841}" srcOrd="1" destOrd="0" presId="urn:microsoft.com/office/officeart/2009/3/layout/HorizontalOrganizationChart"/>
    <dgm:cxn modelId="{8327AC7B-B8F0-4A15-834F-7121A45E87AF}" type="presParOf" srcId="{1B3EB025-4FAC-48A5-B28E-780EF16ACD39}" destId="{6042BFD3-3AD8-4E90-AD07-8AEC017812DC}" srcOrd="1" destOrd="0" presId="urn:microsoft.com/office/officeart/2009/3/layout/HorizontalOrganizationChart"/>
    <dgm:cxn modelId="{180B9D7C-9C5A-488B-A650-29DB796227E7}" type="presParOf" srcId="{6042BFD3-3AD8-4E90-AD07-8AEC017812DC}" destId="{0F140B3C-F935-4349-AFDB-364FEEF14D2A}" srcOrd="0" destOrd="0" presId="urn:microsoft.com/office/officeart/2009/3/layout/HorizontalOrganizationChart"/>
    <dgm:cxn modelId="{6A59ED6B-8D2B-4DCD-869C-BE659D8F82B1}" type="presParOf" srcId="{6042BFD3-3AD8-4E90-AD07-8AEC017812DC}" destId="{FD8364AF-B2E7-47F9-A803-0A71DAE12435}" srcOrd="1" destOrd="0" presId="urn:microsoft.com/office/officeart/2009/3/layout/HorizontalOrganizationChart"/>
    <dgm:cxn modelId="{074C902B-48C6-4B11-A832-30B79BE01608}" type="presParOf" srcId="{FD8364AF-B2E7-47F9-A803-0A71DAE12435}" destId="{0BB64C80-A6AF-40FB-8FBC-3AB32D29D6D1}" srcOrd="0" destOrd="0" presId="urn:microsoft.com/office/officeart/2009/3/layout/HorizontalOrganizationChart"/>
    <dgm:cxn modelId="{4CFF7CB5-D68B-453F-8F0D-DCFC01FD9682}" type="presParOf" srcId="{0BB64C80-A6AF-40FB-8FBC-3AB32D29D6D1}" destId="{428095AB-5FB9-46D9-9CDE-EDA556D17EF5}" srcOrd="0" destOrd="0" presId="urn:microsoft.com/office/officeart/2009/3/layout/HorizontalOrganizationChart"/>
    <dgm:cxn modelId="{B0A385AC-CD1B-4E1D-AB3A-6AEDF7C4A62E}" type="presParOf" srcId="{0BB64C80-A6AF-40FB-8FBC-3AB32D29D6D1}" destId="{2DA53316-5AAB-44C6-8A71-4BA2964B515F}" srcOrd="1" destOrd="0" presId="urn:microsoft.com/office/officeart/2009/3/layout/HorizontalOrganizationChart"/>
    <dgm:cxn modelId="{01322CFD-82A5-4D9A-8455-78AFD14824A6}" type="presParOf" srcId="{FD8364AF-B2E7-47F9-A803-0A71DAE12435}" destId="{395157AA-AE43-4D59-869B-71E7C2413E99}" srcOrd="1" destOrd="0" presId="urn:microsoft.com/office/officeart/2009/3/layout/HorizontalOrganizationChart"/>
    <dgm:cxn modelId="{05A6FDF1-37E2-428A-B519-7DD8552C3178}" type="presParOf" srcId="{FD8364AF-B2E7-47F9-A803-0A71DAE12435}" destId="{6D172E7A-B1B3-4A2A-A9CD-2401F289ABD2}" srcOrd="2" destOrd="0" presId="urn:microsoft.com/office/officeart/2009/3/layout/HorizontalOrganizationChart"/>
    <dgm:cxn modelId="{B4193A06-FA66-4B39-9A30-8202965EAD09}" type="presParOf" srcId="{1B3EB025-4FAC-48A5-B28E-780EF16ACD39}" destId="{E82BFFDC-187B-4E92-B356-694B059AAC51}" srcOrd="2" destOrd="0" presId="urn:microsoft.com/office/officeart/2009/3/layout/HorizontalOrganizationChart"/>
    <dgm:cxn modelId="{2616F446-5DF6-4EFE-98F9-8F4D94639423}" type="presParOf" srcId="{ABB05F1C-88AD-48E6-BE76-38DAF32DC547}" destId="{1AC09035-0C3F-48EE-AC60-D5AD0C8DD481}" srcOrd="2" destOrd="0" presId="urn:microsoft.com/office/officeart/2009/3/layout/HorizontalOrganizationChart"/>
    <dgm:cxn modelId="{C34B5E3B-69F7-4AB7-942B-CE219D1FC645}" type="presParOf" srcId="{ABB05F1C-88AD-48E6-BE76-38DAF32DC547}" destId="{F6648456-DCAF-4BF3-99CD-E15F8A700209}" srcOrd="3" destOrd="0" presId="urn:microsoft.com/office/officeart/2009/3/layout/HorizontalOrganizationChart"/>
    <dgm:cxn modelId="{7B0EF3CF-B56E-4F6B-8832-2E412469BDA1}" type="presParOf" srcId="{F6648456-DCAF-4BF3-99CD-E15F8A700209}" destId="{968A5C43-D571-4D17-ABBA-06803880C819}" srcOrd="0" destOrd="0" presId="urn:microsoft.com/office/officeart/2009/3/layout/HorizontalOrganizationChart"/>
    <dgm:cxn modelId="{FAAAF9C5-F95B-4CC6-80A8-803B42388A9F}" type="presParOf" srcId="{968A5C43-D571-4D17-ABBA-06803880C819}" destId="{A5D97A05-D1F8-4796-ABB0-9F4D6441836C}" srcOrd="0" destOrd="0" presId="urn:microsoft.com/office/officeart/2009/3/layout/HorizontalOrganizationChart"/>
    <dgm:cxn modelId="{C2DCDAE9-B659-454B-B4B9-14BDED324BC2}" type="presParOf" srcId="{968A5C43-D571-4D17-ABBA-06803880C819}" destId="{847DCA61-2B6A-4725-8F1A-E4CE91A3F098}" srcOrd="1" destOrd="0" presId="urn:microsoft.com/office/officeart/2009/3/layout/HorizontalOrganizationChart"/>
    <dgm:cxn modelId="{7DB2661C-41BF-43C8-9D65-E136F2842503}" type="presParOf" srcId="{F6648456-DCAF-4BF3-99CD-E15F8A700209}" destId="{D3CFE212-DCD4-4DAB-BE4F-3A775C95C57B}" srcOrd="1" destOrd="0" presId="urn:microsoft.com/office/officeart/2009/3/layout/HorizontalOrganizationChart"/>
    <dgm:cxn modelId="{A722A1BB-3EB6-4767-9090-7F0B0D93AF75}" type="presParOf" srcId="{D3CFE212-DCD4-4DAB-BE4F-3A775C95C57B}" destId="{079836A6-00E2-4DCD-AE00-DC5217AE2F7F}" srcOrd="0" destOrd="0" presId="urn:microsoft.com/office/officeart/2009/3/layout/HorizontalOrganizationChart"/>
    <dgm:cxn modelId="{5C3B485D-BFC0-40E1-A675-D10730EEF9E0}" type="presParOf" srcId="{D3CFE212-DCD4-4DAB-BE4F-3A775C95C57B}" destId="{7317904B-4072-4A45-8410-50FE90BF34FE}" srcOrd="1" destOrd="0" presId="urn:microsoft.com/office/officeart/2009/3/layout/HorizontalOrganizationChart"/>
    <dgm:cxn modelId="{B577E548-6887-4307-83F7-A1C1F8B39680}" type="presParOf" srcId="{7317904B-4072-4A45-8410-50FE90BF34FE}" destId="{87A70810-1535-4614-9C6A-5317B4E98CE4}" srcOrd="0" destOrd="0" presId="urn:microsoft.com/office/officeart/2009/3/layout/HorizontalOrganizationChart"/>
    <dgm:cxn modelId="{2D5048B5-575D-4A3F-9870-1BADBA21E0C7}" type="presParOf" srcId="{87A70810-1535-4614-9C6A-5317B4E98CE4}" destId="{6A429FF0-3D3F-493C-B098-DD08BFEDEA2B}" srcOrd="0" destOrd="0" presId="urn:microsoft.com/office/officeart/2009/3/layout/HorizontalOrganizationChart"/>
    <dgm:cxn modelId="{69D403A4-6DBA-4B3F-960D-3E1D6A8878C4}" type="presParOf" srcId="{87A70810-1535-4614-9C6A-5317B4E98CE4}" destId="{C1DA2960-7729-4B7A-A74A-F0B05386D62E}" srcOrd="1" destOrd="0" presId="urn:microsoft.com/office/officeart/2009/3/layout/HorizontalOrganizationChart"/>
    <dgm:cxn modelId="{87B2F429-AB22-4BCC-A36B-D3AFCF623CEB}" type="presParOf" srcId="{7317904B-4072-4A45-8410-50FE90BF34FE}" destId="{C84F02C2-50F7-44E5-BEBE-FB3686253590}" srcOrd="1" destOrd="0" presId="urn:microsoft.com/office/officeart/2009/3/layout/HorizontalOrganizationChart"/>
    <dgm:cxn modelId="{47392803-1AE2-4F23-A3C7-32C7B8572C05}" type="presParOf" srcId="{7317904B-4072-4A45-8410-50FE90BF34FE}" destId="{CCD6A6E5-BE7F-407D-96E4-A322662D888F}" srcOrd="2" destOrd="0" presId="urn:microsoft.com/office/officeart/2009/3/layout/HorizontalOrganizationChart"/>
    <dgm:cxn modelId="{90B35B49-21F1-40C0-9BCC-5CCA99FDB3F4}" type="presParOf" srcId="{F6648456-DCAF-4BF3-99CD-E15F8A700209}" destId="{F7225250-0D39-45DA-918F-7BC8261A40E0}" srcOrd="2" destOrd="0" presId="urn:microsoft.com/office/officeart/2009/3/layout/HorizontalOrganizationChart"/>
    <dgm:cxn modelId="{DAF3DD2A-47F2-437A-91C2-44BD9AC4F82A}" type="presParOf" srcId="{ABB05F1C-88AD-48E6-BE76-38DAF32DC547}" destId="{A803354E-AD42-469A-8098-24B3424DA08E}" srcOrd="4" destOrd="0" presId="urn:microsoft.com/office/officeart/2009/3/layout/HorizontalOrganizationChart"/>
    <dgm:cxn modelId="{6BFE3C4F-9D6C-4AC0-A7D7-7A396AF2279C}" type="presParOf" srcId="{ABB05F1C-88AD-48E6-BE76-38DAF32DC547}" destId="{6A7EAED4-DD8A-4834-A5E5-27C37A849121}" srcOrd="5" destOrd="0" presId="urn:microsoft.com/office/officeart/2009/3/layout/HorizontalOrganizationChart"/>
    <dgm:cxn modelId="{86A386D7-4AF9-42EA-8066-339B140ED821}" type="presParOf" srcId="{6A7EAED4-DD8A-4834-A5E5-27C37A849121}" destId="{B458186A-F415-4E8D-8006-9BB03A206E3C}" srcOrd="0" destOrd="0" presId="urn:microsoft.com/office/officeart/2009/3/layout/HorizontalOrganizationChart"/>
    <dgm:cxn modelId="{DC711859-FCD7-43C6-8C86-BB464CF61E2A}" type="presParOf" srcId="{B458186A-F415-4E8D-8006-9BB03A206E3C}" destId="{0B5E4EB0-8266-4DC4-8769-9359756E0D0B}" srcOrd="0" destOrd="0" presId="urn:microsoft.com/office/officeart/2009/3/layout/HorizontalOrganizationChart"/>
    <dgm:cxn modelId="{2339BDA0-85D8-48CF-A50B-A73DB56CE55E}" type="presParOf" srcId="{B458186A-F415-4E8D-8006-9BB03A206E3C}" destId="{80C8E26D-425F-4ED4-ADCA-BCB5EECD84FC}" srcOrd="1" destOrd="0" presId="urn:microsoft.com/office/officeart/2009/3/layout/HorizontalOrganizationChart"/>
    <dgm:cxn modelId="{A6E6F41D-8AC1-432F-B476-D3D664F11483}" type="presParOf" srcId="{6A7EAED4-DD8A-4834-A5E5-27C37A849121}" destId="{EDA485F3-40C2-43A0-9F6E-781D360A003D}" srcOrd="1" destOrd="0" presId="urn:microsoft.com/office/officeart/2009/3/layout/HorizontalOrganizationChart"/>
    <dgm:cxn modelId="{F9CA2695-340E-486B-A4B3-2DE77802A101}" type="presParOf" srcId="{EDA485F3-40C2-43A0-9F6E-781D360A003D}" destId="{840FAF2B-7960-4B81-BFE4-18E07E664135}" srcOrd="0" destOrd="0" presId="urn:microsoft.com/office/officeart/2009/3/layout/HorizontalOrganizationChart"/>
    <dgm:cxn modelId="{678A593B-3F50-4BF5-82F8-FA6873D4C39B}" type="presParOf" srcId="{EDA485F3-40C2-43A0-9F6E-781D360A003D}" destId="{E7A5FD86-1C03-4E82-A654-5D51AD0C8815}" srcOrd="1" destOrd="0" presId="urn:microsoft.com/office/officeart/2009/3/layout/HorizontalOrganizationChart"/>
    <dgm:cxn modelId="{D224237E-2E1A-477F-B011-F0C9536C78AD}" type="presParOf" srcId="{E7A5FD86-1C03-4E82-A654-5D51AD0C8815}" destId="{D475D005-1F08-48A7-8CD6-DBBF33BF1376}" srcOrd="0" destOrd="0" presId="urn:microsoft.com/office/officeart/2009/3/layout/HorizontalOrganizationChart"/>
    <dgm:cxn modelId="{445AAE2B-1442-4A97-97CE-48DD82A7FAA8}" type="presParOf" srcId="{D475D005-1F08-48A7-8CD6-DBBF33BF1376}" destId="{4822AD67-BA21-46D5-9CE5-BB75E56C13A0}" srcOrd="0" destOrd="0" presId="urn:microsoft.com/office/officeart/2009/3/layout/HorizontalOrganizationChart"/>
    <dgm:cxn modelId="{B24B4E24-0D52-40BC-8D4B-62824C6FC897}" type="presParOf" srcId="{D475D005-1F08-48A7-8CD6-DBBF33BF1376}" destId="{50525916-15AB-49C5-ACBC-40878A7318BE}" srcOrd="1" destOrd="0" presId="urn:microsoft.com/office/officeart/2009/3/layout/HorizontalOrganizationChart"/>
    <dgm:cxn modelId="{207796C8-6189-42B8-8FED-8FAB68955093}" type="presParOf" srcId="{E7A5FD86-1C03-4E82-A654-5D51AD0C8815}" destId="{4071212D-E5E1-4245-BE36-2343D6A12939}" srcOrd="1" destOrd="0" presId="urn:microsoft.com/office/officeart/2009/3/layout/HorizontalOrganizationChart"/>
    <dgm:cxn modelId="{2322124C-1593-4CF7-833B-135070F445D3}" type="presParOf" srcId="{E7A5FD86-1C03-4E82-A654-5D51AD0C8815}" destId="{444D879A-5A74-49A0-839D-29DB26A9EAF2}" srcOrd="2" destOrd="0" presId="urn:microsoft.com/office/officeart/2009/3/layout/HorizontalOrganizationChart"/>
    <dgm:cxn modelId="{690FC23D-B68E-4049-8EC1-FFA3324F7CAF}" type="presParOf" srcId="{6A7EAED4-DD8A-4834-A5E5-27C37A849121}" destId="{37B76268-94D3-4F88-9502-AD83FF0F4EFB}" srcOrd="2" destOrd="0" presId="urn:microsoft.com/office/officeart/2009/3/layout/HorizontalOrganizationChart"/>
    <dgm:cxn modelId="{9C7AD045-E76D-401C-BF6B-8D3305F962E5}" type="presParOf" srcId="{3042933A-19E3-4C6B-9847-793BF7EB9884}" destId="{7C7C17CB-7ADF-4D74-8071-A76A4514A84A}" srcOrd="2" destOrd="0" presId="urn:microsoft.com/office/officeart/2009/3/layout/HorizontalOrganizationChart"/>
    <dgm:cxn modelId="{7FEABAFA-26B8-4F01-AE78-37793D53A51D}" type="presParOf" srcId="{5D64B471-0826-4A6E-9978-DDC73624ED2E}" destId="{D485291C-17F7-4C02-ABE0-948E970C0091}" srcOrd="2" destOrd="0" presId="urn:microsoft.com/office/officeart/2009/3/layout/HorizontalOrganizationChart"/>
    <dgm:cxn modelId="{AEC19CA8-A6CB-4A44-B6E7-A6CDAA365E04}" type="presParOf" srcId="{02C507FE-3424-4B89-AD02-16F9773B7310}" destId="{82022ADA-C6AF-4BBA-971F-B6496831BEB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D5CBAD-FA78-44BE-BA26-7748D66997B3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47FDDD56-667B-4C8B-9C97-8949A9E77320}">
      <dgm:prSet phldrT="[Text]"/>
      <dgm:spPr/>
      <dgm:t>
        <a:bodyPr/>
        <a:lstStyle/>
        <a:p>
          <a:r>
            <a:rPr lang="en-US" dirty="0"/>
            <a:t>SIRS</a:t>
          </a:r>
        </a:p>
      </dgm:t>
    </dgm:pt>
    <dgm:pt modelId="{A307D436-FC0D-48E2-A691-387DCEAAC5D9}" type="parTrans" cxnId="{075252EC-5F2F-4619-BC16-55246A9F28AC}">
      <dgm:prSet/>
      <dgm:spPr/>
      <dgm:t>
        <a:bodyPr/>
        <a:lstStyle/>
        <a:p>
          <a:endParaRPr lang="en-US"/>
        </a:p>
      </dgm:t>
    </dgm:pt>
    <dgm:pt modelId="{7097FC25-5C52-4DB9-88FB-1B10DF6CC0C9}" type="sibTrans" cxnId="{075252EC-5F2F-4619-BC16-55246A9F28AC}">
      <dgm:prSet/>
      <dgm:spPr/>
      <dgm:t>
        <a:bodyPr/>
        <a:lstStyle/>
        <a:p>
          <a:endParaRPr lang="en-US"/>
        </a:p>
      </dgm:t>
    </dgm:pt>
    <dgm:pt modelId="{4DD0A1FB-710F-4F7F-80A9-E1E91DBCE33F}">
      <dgm:prSet phldrT="[Text]"/>
      <dgm:spPr/>
      <dgm:t>
        <a:bodyPr/>
        <a:lstStyle/>
        <a:p>
          <a:r>
            <a:rPr lang="en-US" dirty="0"/>
            <a:t>Sepsis</a:t>
          </a:r>
        </a:p>
      </dgm:t>
    </dgm:pt>
    <dgm:pt modelId="{470DCB79-30DA-4D24-BDBF-134CEE28CE6D}" type="parTrans" cxnId="{31C7D397-14D8-47C5-8382-2E8CF9E55EA3}">
      <dgm:prSet/>
      <dgm:spPr/>
      <dgm:t>
        <a:bodyPr/>
        <a:lstStyle/>
        <a:p>
          <a:endParaRPr lang="en-US"/>
        </a:p>
      </dgm:t>
    </dgm:pt>
    <dgm:pt modelId="{99C996BB-B609-421A-8971-E0E999C0E2BD}" type="sibTrans" cxnId="{31C7D397-14D8-47C5-8382-2E8CF9E55EA3}">
      <dgm:prSet/>
      <dgm:spPr/>
      <dgm:t>
        <a:bodyPr/>
        <a:lstStyle/>
        <a:p>
          <a:endParaRPr lang="en-US"/>
        </a:p>
      </dgm:t>
    </dgm:pt>
    <dgm:pt modelId="{F7CFD1CF-4F49-40AC-9B1D-4D350C0912F0}">
      <dgm:prSet phldrT="[Text]"/>
      <dgm:spPr/>
      <dgm:t>
        <a:bodyPr/>
        <a:lstStyle/>
        <a:p>
          <a:r>
            <a:rPr lang="en-US" dirty="0"/>
            <a:t>Severe Sepsis</a:t>
          </a:r>
        </a:p>
      </dgm:t>
    </dgm:pt>
    <dgm:pt modelId="{EEFEB68D-958F-46EF-BDD1-D5171E5BFF73}" type="parTrans" cxnId="{746F4333-6D58-449B-BDE2-F3181348EEBD}">
      <dgm:prSet/>
      <dgm:spPr/>
      <dgm:t>
        <a:bodyPr/>
        <a:lstStyle/>
        <a:p>
          <a:endParaRPr lang="en-US"/>
        </a:p>
      </dgm:t>
    </dgm:pt>
    <dgm:pt modelId="{750A363C-D6E9-43FF-9BB5-CCE31E93BA21}" type="sibTrans" cxnId="{746F4333-6D58-449B-BDE2-F3181348EEBD}">
      <dgm:prSet/>
      <dgm:spPr/>
      <dgm:t>
        <a:bodyPr/>
        <a:lstStyle/>
        <a:p>
          <a:endParaRPr lang="en-US"/>
        </a:p>
      </dgm:t>
    </dgm:pt>
    <dgm:pt modelId="{E0875A5D-0F12-4A4A-8DE1-7BD4F48B5411}">
      <dgm:prSet phldrT="[Text]"/>
      <dgm:spPr/>
      <dgm:t>
        <a:bodyPr/>
        <a:lstStyle/>
        <a:p>
          <a:r>
            <a:rPr lang="en-US" dirty="0"/>
            <a:t>Septic shock</a:t>
          </a:r>
        </a:p>
      </dgm:t>
    </dgm:pt>
    <dgm:pt modelId="{2E5CADD1-19BE-4090-B01E-2E5B957F2C94}" type="parTrans" cxnId="{3F400D55-BBDB-43CE-88AF-4815644CC4BA}">
      <dgm:prSet/>
      <dgm:spPr/>
      <dgm:t>
        <a:bodyPr/>
        <a:lstStyle/>
        <a:p>
          <a:endParaRPr lang="en-US"/>
        </a:p>
      </dgm:t>
    </dgm:pt>
    <dgm:pt modelId="{DADA6484-F6A2-4FB5-B74B-9D7D90A01FC3}" type="sibTrans" cxnId="{3F400D55-BBDB-43CE-88AF-4815644CC4BA}">
      <dgm:prSet/>
      <dgm:spPr/>
      <dgm:t>
        <a:bodyPr/>
        <a:lstStyle/>
        <a:p>
          <a:endParaRPr lang="en-US"/>
        </a:p>
      </dgm:t>
    </dgm:pt>
    <dgm:pt modelId="{C827750B-AC97-456E-A84C-0F634863F52F}" type="pres">
      <dgm:prSet presAssocID="{5FD5CBAD-FA78-44BE-BA26-7748D66997B3}" presName="Name0" presStyleCnt="0">
        <dgm:presLayoutVars>
          <dgm:dir/>
          <dgm:resizeHandles val="exact"/>
        </dgm:presLayoutVars>
      </dgm:prSet>
      <dgm:spPr/>
    </dgm:pt>
    <dgm:pt modelId="{14460B89-0292-45B1-AEA9-FC996851CCFE}" type="pres">
      <dgm:prSet presAssocID="{47FDDD56-667B-4C8B-9C97-8949A9E77320}" presName="node" presStyleLbl="node1" presStyleIdx="0" presStyleCnt="4">
        <dgm:presLayoutVars>
          <dgm:bulletEnabled val="1"/>
        </dgm:presLayoutVars>
      </dgm:prSet>
      <dgm:spPr/>
    </dgm:pt>
    <dgm:pt modelId="{5218ED22-9A41-432A-A162-52D8432DAA4D}" type="pres">
      <dgm:prSet presAssocID="{7097FC25-5C52-4DB9-88FB-1B10DF6CC0C9}" presName="sibTrans" presStyleLbl="sibTrans2D1" presStyleIdx="0" presStyleCnt="3"/>
      <dgm:spPr/>
    </dgm:pt>
    <dgm:pt modelId="{D42C5E34-5257-4D88-BD9B-88F57F4D3C60}" type="pres">
      <dgm:prSet presAssocID="{7097FC25-5C52-4DB9-88FB-1B10DF6CC0C9}" presName="connectorText" presStyleLbl="sibTrans2D1" presStyleIdx="0" presStyleCnt="3"/>
      <dgm:spPr/>
    </dgm:pt>
    <dgm:pt modelId="{A05CE3BD-2E31-4E95-8C4F-683AC7291EBC}" type="pres">
      <dgm:prSet presAssocID="{4DD0A1FB-710F-4F7F-80A9-E1E91DBCE33F}" presName="node" presStyleLbl="node1" presStyleIdx="1" presStyleCnt="4">
        <dgm:presLayoutVars>
          <dgm:bulletEnabled val="1"/>
        </dgm:presLayoutVars>
      </dgm:prSet>
      <dgm:spPr/>
    </dgm:pt>
    <dgm:pt modelId="{E6532FB1-BCCF-4C00-82B0-76144E4129F5}" type="pres">
      <dgm:prSet presAssocID="{99C996BB-B609-421A-8971-E0E999C0E2BD}" presName="sibTrans" presStyleLbl="sibTrans2D1" presStyleIdx="1" presStyleCnt="3"/>
      <dgm:spPr/>
    </dgm:pt>
    <dgm:pt modelId="{2B6C3253-60A6-45E7-8E5F-76D11133C832}" type="pres">
      <dgm:prSet presAssocID="{99C996BB-B609-421A-8971-E0E999C0E2BD}" presName="connectorText" presStyleLbl="sibTrans2D1" presStyleIdx="1" presStyleCnt="3"/>
      <dgm:spPr/>
    </dgm:pt>
    <dgm:pt modelId="{2BF765E8-5416-48CB-B6FA-318963F6EC7C}" type="pres">
      <dgm:prSet presAssocID="{F7CFD1CF-4F49-40AC-9B1D-4D350C0912F0}" presName="node" presStyleLbl="node1" presStyleIdx="2" presStyleCnt="4">
        <dgm:presLayoutVars>
          <dgm:bulletEnabled val="1"/>
        </dgm:presLayoutVars>
      </dgm:prSet>
      <dgm:spPr/>
    </dgm:pt>
    <dgm:pt modelId="{860423E5-6875-4623-A8AB-38278157CB84}" type="pres">
      <dgm:prSet presAssocID="{750A363C-D6E9-43FF-9BB5-CCE31E93BA21}" presName="sibTrans" presStyleLbl="sibTrans2D1" presStyleIdx="2" presStyleCnt="3"/>
      <dgm:spPr/>
    </dgm:pt>
    <dgm:pt modelId="{68D103A0-13A8-462A-836C-9CB603AAEACA}" type="pres">
      <dgm:prSet presAssocID="{750A363C-D6E9-43FF-9BB5-CCE31E93BA21}" presName="connectorText" presStyleLbl="sibTrans2D1" presStyleIdx="2" presStyleCnt="3"/>
      <dgm:spPr/>
    </dgm:pt>
    <dgm:pt modelId="{A791639D-D372-4B63-8767-17408F2AB778}" type="pres">
      <dgm:prSet presAssocID="{E0875A5D-0F12-4A4A-8DE1-7BD4F48B5411}" presName="node" presStyleLbl="node1" presStyleIdx="3" presStyleCnt="4">
        <dgm:presLayoutVars>
          <dgm:bulletEnabled val="1"/>
        </dgm:presLayoutVars>
      </dgm:prSet>
      <dgm:spPr/>
    </dgm:pt>
  </dgm:ptLst>
  <dgm:cxnLst>
    <dgm:cxn modelId="{D47B9A00-AFEF-4CD1-BAB3-C284D6E061B3}" type="presOf" srcId="{E0875A5D-0F12-4A4A-8DE1-7BD4F48B5411}" destId="{A791639D-D372-4B63-8767-17408F2AB778}" srcOrd="0" destOrd="0" presId="urn:microsoft.com/office/officeart/2005/8/layout/process1"/>
    <dgm:cxn modelId="{5A4B1F11-E63F-4C2A-A466-437483E7BA5C}" type="presOf" srcId="{99C996BB-B609-421A-8971-E0E999C0E2BD}" destId="{2B6C3253-60A6-45E7-8E5F-76D11133C832}" srcOrd="1" destOrd="0" presId="urn:microsoft.com/office/officeart/2005/8/layout/process1"/>
    <dgm:cxn modelId="{AEAC452F-26FD-49D4-985B-7B9A29732BA4}" type="presOf" srcId="{5FD5CBAD-FA78-44BE-BA26-7748D66997B3}" destId="{C827750B-AC97-456E-A84C-0F634863F52F}" srcOrd="0" destOrd="0" presId="urn:microsoft.com/office/officeart/2005/8/layout/process1"/>
    <dgm:cxn modelId="{746F4333-6D58-449B-BDE2-F3181348EEBD}" srcId="{5FD5CBAD-FA78-44BE-BA26-7748D66997B3}" destId="{F7CFD1CF-4F49-40AC-9B1D-4D350C0912F0}" srcOrd="2" destOrd="0" parTransId="{EEFEB68D-958F-46EF-BDD1-D5171E5BFF73}" sibTransId="{750A363C-D6E9-43FF-9BB5-CCE31E93BA21}"/>
    <dgm:cxn modelId="{3F400D55-BBDB-43CE-88AF-4815644CC4BA}" srcId="{5FD5CBAD-FA78-44BE-BA26-7748D66997B3}" destId="{E0875A5D-0F12-4A4A-8DE1-7BD4F48B5411}" srcOrd="3" destOrd="0" parTransId="{2E5CADD1-19BE-4090-B01E-2E5B957F2C94}" sibTransId="{DADA6484-F6A2-4FB5-B74B-9D7D90A01FC3}"/>
    <dgm:cxn modelId="{792DEE55-68EE-456C-B8FF-68F6D5219C49}" type="presOf" srcId="{750A363C-D6E9-43FF-9BB5-CCE31E93BA21}" destId="{68D103A0-13A8-462A-836C-9CB603AAEACA}" srcOrd="1" destOrd="0" presId="urn:microsoft.com/office/officeart/2005/8/layout/process1"/>
    <dgm:cxn modelId="{D72C3E77-6076-44F1-8B2C-96D2EFBBF8A4}" type="presOf" srcId="{750A363C-D6E9-43FF-9BB5-CCE31E93BA21}" destId="{860423E5-6875-4623-A8AB-38278157CB84}" srcOrd="0" destOrd="0" presId="urn:microsoft.com/office/officeart/2005/8/layout/process1"/>
    <dgm:cxn modelId="{C17C6777-FF53-4288-ABD3-8402261C06F1}" type="presOf" srcId="{F7CFD1CF-4F49-40AC-9B1D-4D350C0912F0}" destId="{2BF765E8-5416-48CB-B6FA-318963F6EC7C}" srcOrd="0" destOrd="0" presId="urn:microsoft.com/office/officeart/2005/8/layout/process1"/>
    <dgm:cxn modelId="{64D2B97E-DCE0-42B0-8DD6-86CF878B7CC2}" type="presOf" srcId="{99C996BB-B609-421A-8971-E0E999C0E2BD}" destId="{E6532FB1-BCCF-4C00-82B0-76144E4129F5}" srcOrd="0" destOrd="0" presId="urn:microsoft.com/office/officeart/2005/8/layout/process1"/>
    <dgm:cxn modelId="{4469EB84-6B83-459F-BC60-E4724149690D}" type="presOf" srcId="{47FDDD56-667B-4C8B-9C97-8949A9E77320}" destId="{14460B89-0292-45B1-AEA9-FC996851CCFE}" srcOrd="0" destOrd="0" presId="urn:microsoft.com/office/officeart/2005/8/layout/process1"/>
    <dgm:cxn modelId="{BD43A38A-D2F5-4375-8ABB-B86C5198312C}" type="presOf" srcId="{4DD0A1FB-710F-4F7F-80A9-E1E91DBCE33F}" destId="{A05CE3BD-2E31-4E95-8C4F-683AC7291EBC}" srcOrd="0" destOrd="0" presId="urn:microsoft.com/office/officeart/2005/8/layout/process1"/>
    <dgm:cxn modelId="{CE9E7E8E-FD2D-4002-9211-1E0314612E3F}" type="presOf" srcId="{7097FC25-5C52-4DB9-88FB-1B10DF6CC0C9}" destId="{D42C5E34-5257-4D88-BD9B-88F57F4D3C60}" srcOrd="1" destOrd="0" presId="urn:microsoft.com/office/officeart/2005/8/layout/process1"/>
    <dgm:cxn modelId="{31C7D397-14D8-47C5-8382-2E8CF9E55EA3}" srcId="{5FD5CBAD-FA78-44BE-BA26-7748D66997B3}" destId="{4DD0A1FB-710F-4F7F-80A9-E1E91DBCE33F}" srcOrd="1" destOrd="0" parTransId="{470DCB79-30DA-4D24-BDBF-134CEE28CE6D}" sibTransId="{99C996BB-B609-421A-8971-E0E999C0E2BD}"/>
    <dgm:cxn modelId="{FC4EC9BF-BA9F-4147-AAEA-B169891E7599}" type="presOf" srcId="{7097FC25-5C52-4DB9-88FB-1B10DF6CC0C9}" destId="{5218ED22-9A41-432A-A162-52D8432DAA4D}" srcOrd="0" destOrd="0" presId="urn:microsoft.com/office/officeart/2005/8/layout/process1"/>
    <dgm:cxn modelId="{075252EC-5F2F-4619-BC16-55246A9F28AC}" srcId="{5FD5CBAD-FA78-44BE-BA26-7748D66997B3}" destId="{47FDDD56-667B-4C8B-9C97-8949A9E77320}" srcOrd="0" destOrd="0" parTransId="{A307D436-FC0D-48E2-A691-387DCEAAC5D9}" sibTransId="{7097FC25-5C52-4DB9-88FB-1B10DF6CC0C9}"/>
    <dgm:cxn modelId="{6F4D5BFD-2408-452C-9098-3FFE9B05B15F}" type="presParOf" srcId="{C827750B-AC97-456E-A84C-0F634863F52F}" destId="{14460B89-0292-45B1-AEA9-FC996851CCFE}" srcOrd="0" destOrd="0" presId="urn:microsoft.com/office/officeart/2005/8/layout/process1"/>
    <dgm:cxn modelId="{3A4E0044-60BF-4B4E-BFE0-80468DCFDF13}" type="presParOf" srcId="{C827750B-AC97-456E-A84C-0F634863F52F}" destId="{5218ED22-9A41-432A-A162-52D8432DAA4D}" srcOrd="1" destOrd="0" presId="urn:microsoft.com/office/officeart/2005/8/layout/process1"/>
    <dgm:cxn modelId="{EBA4A893-25E4-450A-8DF0-2514F74AE79F}" type="presParOf" srcId="{5218ED22-9A41-432A-A162-52D8432DAA4D}" destId="{D42C5E34-5257-4D88-BD9B-88F57F4D3C60}" srcOrd="0" destOrd="0" presId="urn:microsoft.com/office/officeart/2005/8/layout/process1"/>
    <dgm:cxn modelId="{7AE68B59-0ED2-466C-BC6C-E5325DCA0613}" type="presParOf" srcId="{C827750B-AC97-456E-A84C-0F634863F52F}" destId="{A05CE3BD-2E31-4E95-8C4F-683AC7291EBC}" srcOrd="2" destOrd="0" presId="urn:microsoft.com/office/officeart/2005/8/layout/process1"/>
    <dgm:cxn modelId="{AEF7F7AB-906A-4B13-BE6F-4A61D6BF4116}" type="presParOf" srcId="{C827750B-AC97-456E-A84C-0F634863F52F}" destId="{E6532FB1-BCCF-4C00-82B0-76144E4129F5}" srcOrd="3" destOrd="0" presId="urn:microsoft.com/office/officeart/2005/8/layout/process1"/>
    <dgm:cxn modelId="{B3DE896E-06BB-4B8A-AC42-5FC1E34E9E46}" type="presParOf" srcId="{E6532FB1-BCCF-4C00-82B0-76144E4129F5}" destId="{2B6C3253-60A6-45E7-8E5F-76D11133C832}" srcOrd="0" destOrd="0" presId="urn:microsoft.com/office/officeart/2005/8/layout/process1"/>
    <dgm:cxn modelId="{0B6492AE-97E5-44A3-A6FF-5B75C3B52CBE}" type="presParOf" srcId="{C827750B-AC97-456E-A84C-0F634863F52F}" destId="{2BF765E8-5416-48CB-B6FA-318963F6EC7C}" srcOrd="4" destOrd="0" presId="urn:microsoft.com/office/officeart/2005/8/layout/process1"/>
    <dgm:cxn modelId="{04FF882F-B95E-4EA8-A317-A059158AB9DB}" type="presParOf" srcId="{C827750B-AC97-456E-A84C-0F634863F52F}" destId="{860423E5-6875-4623-A8AB-38278157CB84}" srcOrd="5" destOrd="0" presId="urn:microsoft.com/office/officeart/2005/8/layout/process1"/>
    <dgm:cxn modelId="{C9A585E2-E635-4618-B513-3B6BB7C9A4C1}" type="presParOf" srcId="{860423E5-6875-4623-A8AB-38278157CB84}" destId="{68D103A0-13A8-462A-836C-9CB603AAEACA}" srcOrd="0" destOrd="0" presId="urn:microsoft.com/office/officeart/2005/8/layout/process1"/>
    <dgm:cxn modelId="{5B7ECBFF-79AB-49CD-97A2-CFCE3F409632}" type="presParOf" srcId="{C827750B-AC97-456E-A84C-0F634863F52F}" destId="{A791639D-D372-4B63-8767-17408F2AB77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714982-36FD-4610-AD6B-ED65C26C4E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FF9A17-AA90-4BA8-A4C4-390FB212F5B2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Measure </a:t>
          </a:r>
          <a:r>
            <a:rPr lang="en-US" b="1" dirty="0"/>
            <a:t>lactate</a:t>
          </a:r>
        </a:p>
        <a:p>
          <a:r>
            <a:rPr lang="en-US" b="0" dirty="0"/>
            <a:t>and other labs</a:t>
          </a:r>
          <a:r>
            <a:rPr lang="en-US" dirty="0"/>
            <a:t> to evaluate for </a:t>
          </a:r>
          <a:r>
            <a:rPr lang="en-US" b="1" dirty="0"/>
            <a:t>organ dysfunction </a:t>
          </a:r>
        </a:p>
      </dgm:t>
    </dgm:pt>
    <dgm:pt modelId="{43B96659-6E4B-4745-8E8F-EBC81B0BC03B}" type="parTrans" cxnId="{4EBFADAA-AFDA-47E1-ADD7-B8F70DA817BC}">
      <dgm:prSet/>
      <dgm:spPr/>
      <dgm:t>
        <a:bodyPr/>
        <a:lstStyle/>
        <a:p>
          <a:endParaRPr lang="en-US"/>
        </a:p>
      </dgm:t>
    </dgm:pt>
    <dgm:pt modelId="{8EF7B84E-B0DC-4439-B071-0AD734650420}" type="sibTrans" cxnId="{4EBFADAA-AFDA-47E1-ADD7-B8F70DA817BC}">
      <dgm:prSet/>
      <dgm:spPr/>
      <dgm:t>
        <a:bodyPr/>
        <a:lstStyle/>
        <a:p>
          <a:endParaRPr lang="en-US"/>
        </a:p>
      </dgm:t>
    </dgm:pt>
    <dgm:pt modelId="{142BEA55-528B-4DBA-B42B-F167FF954EDF}">
      <dgm:prSet/>
      <dgm:spPr>
        <a:solidFill>
          <a:srgbClr val="C00000"/>
        </a:solidFill>
      </dgm:spPr>
      <dgm:t>
        <a:bodyPr/>
        <a:lstStyle/>
        <a:p>
          <a:r>
            <a:rPr lang="en-US" b="1" dirty="0"/>
            <a:t>Cultures</a:t>
          </a:r>
          <a:r>
            <a:rPr lang="en-US" dirty="0"/>
            <a:t> </a:t>
          </a:r>
        </a:p>
      </dgm:t>
    </dgm:pt>
    <dgm:pt modelId="{0D4D787B-0D5F-4381-8C6E-389AF1EE6AF0}" type="parTrans" cxnId="{71756891-D68B-4F99-B9C0-51231FD3A38B}">
      <dgm:prSet/>
      <dgm:spPr/>
      <dgm:t>
        <a:bodyPr/>
        <a:lstStyle/>
        <a:p>
          <a:endParaRPr lang="en-US"/>
        </a:p>
      </dgm:t>
    </dgm:pt>
    <dgm:pt modelId="{BA964052-60E9-45C9-986F-D33B125ED974}" type="sibTrans" cxnId="{71756891-D68B-4F99-B9C0-51231FD3A38B}">
      <dgm:prSet/>
      <dgm:spPr/>
      <dgm:t>
        <a:bodyPr/>
        <a:lstStyle/>
        <a:p>
          <a:endParaRPr lang="en-US"/>
        </a:p>
      </dgm:t>
    </dgm:pt>
    <dgm:pt modelId="{BBC366D6-41A9-4C35-9FB2-12CAB8756238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Measure </a:t>
          </a:r>
          <a:r>
            <a:rPr lang="en-US" b="1" dirty="0"/>
            <a:t>urine output</a:t>
          </a:r>
        </a:p>
        <a:p>
          <a:r>
            <a:rPr lang="en-US" dirty="0"/>
            <a:t>Keep </a:t>
          </a:r>
          <a:r>
            <a:rPr lang="en-US" b="1" dirty="0"/>
            <a:t>Sa</a:t>
          </a:r>
          <a:r>
            <a:rPr lang="en-US" b="1" cap="small" baseline="-15000" dirty="0"/>
            <a:t>o</a:t>
          </a:r>
          <a:r>
            <a:rPr lang="en-US" b="1" baseline="-30000" dirty="0"/>
            <a:t>2</a:t>
          </a:r>
          <a:r>
            <a:rPr lang="en-US" dirty="0"/>
            <a:t> ≥ 95% </a:t>
          </a:r>
        </a:p>
      </dgm:t>
    </dgm:pt>
    <dgm:pt modelId="{7B8C4BEA-5EF3-4972-93D6-37E037CD5B2E}" type="parTrans" cxnId="{3DA6BCD1-91A1-43DD-AF9E-4B68E118B164}">
      <dgm:prSet/>
      <dgm:spPr/>
      <dgm:t>
        <a:bodyPr/>
        <a:lstStyle/>
        <a:p>
          <a:endParaRPr lang="en-US"/>
        </a:p>
      </dgm:t>
    </dgm:pt>
    <dgm:pt modelId="{F04AA33E-215C-40E0-AAEE-7C60DDAE07D4}" type="sibTrans" cxnId="{3DA6BCD1-91A1-43DD-AF9E-4B68E118B164}">
      <dgm:prSet/>
      <dgm:spPr/>
      <dgm:t>
        <a:bodyPr/>
        <a:lstStyle/>
        <a:p>
          <a:endParaRPr lang="en-US"/>
        </a:p>
      </dgm:t>
    </dgm:pt>
    <dgm:pt modelId="{CAFABF90-D871-4D35-8979-E7CC0D9452BD}">
      <dgm:prSet/>
      <dgm:spPr>
        <a:solidFill>
          <a:srgbClr val="C00000"/>
        </a:solidFill>
      </dgm:spPr>
      <dgm:t>
        <a:bodyPr/>
        <a:lstStyle/>
        <a:p>
          <a:r>
            <a:rPr lang="en-US" b="0" dirty="0"/>
            <a:t>IV </a:t>
          </a:r>
          <a:r>
            <a:rPr lang="en-US" b="1" dirty="0"/>
            <a:t>Antibiotics</a:t>
          </a:r>
        </a:p>
      </dgm:t>
    </dgm:pt>
    <dgm:pt modelId="{245782ED-38CC-4AC9-80BF-90BFBE7147D5}" type="parTrans" cxnId="{D9B17DE1-8BE5-449F-B988-F77CE09B0EFA}">
      <dgm:prSet/>
      <dgm:spPr/>
      <dgm:t>
        <a:bodyPr/>
        <a:lstStyle/>
        <a:p>
          <a:endParaRPr lang="en-US"/>
        </a:p>
      </dgm:t>
    </dgm:pt>
    <dgm:pt modelId="{C1965280-23B9-4342-BA3E-B150B1E1590E}" type="sibTrans" cxnId="{D9B17DE1-8BE5-449F-B988-F77CE09B0EFA}">
      <dgm:prSet/>
      <dgm:spPr/>
      <dgm:t>
        <a:bodyPr/>
        <a:lstStyle/>
        <a:p>
          <a:endParaRPr lang="en-US"/>
        </a:p>
      </dgm:t>
    </dgm:pt>
    <dgm:pt modelId="{8C50D82F-C6D9-466F-A3BB-A0257C51F4E7}">
      <dgm:prSet/>
      <dgm:spPr>
        <a:solidFill>
          <a:srgbClr val="C00000"/>
        </a:solidFill>
      </dgm:spPr>
      <dgm:t>
        <a:bodyPr/>
        <a:lstStyle/>
        <a:p>
          <a:r>
            <a:rPr lang="en-US" b="1" dirty="0"/>
            <a:t>Fluid</a:t>
          </a:r>
          <a:r>
            <a:rPr lang="en-US" dirty="0"/>
            <a:t> resus </a:t>
          </a:r>
        </a:p>
        <a:p>
          <a:r>
            <a:rPr lang="en-US" dirty="0"/>
            <a:t>30 mL/kg crystalloid for hypotension or lactate ≥4mmol/L (36 mg/dL)</a:t>
          </a:r>
        </a:p>
      </dgm:t>
    </dgm:pt>
    <dgm:pt modelId="{E0706E01-94F1-4980-8C34-9788D82A6C8A}" type="parTrans" cxnId="{41E76151-AE3B-4AEB-A7D3-8273335B0B02}">
      <dgm:prSet/>
      <dgm:spPr/>
      <dgm:t>
        <a:bodyPr/>
        <a:lstStyle/>
        <a:p>
          <a:endParaRPr lang="en-US"/>
        </a:p>
      </dgm:t>
    </dgm:pt>
    <dgm:pt modelId="{031FE102-4EA4-41EC-B72F-032293923F86}" type="sibTrans" cxnId="{41E76151-AE3B-4AEB-A7D3-8273335B0B02}">
      <dgm:prSet/>
      <dgm:spPr/>
      <dgm:t>
        <a:bodyPr/>
        <a:lstStyle/>
        <a:p>
          <a:endParaRPr lang="en-US"/>
        </a:p>
      </dgm:t>
    </dgm:pt>
    <dgm:pt modelId="{C2282A6B-4994-4A23-9004-283C611D3FDE}">
      <dgm:prSet/>
      <dgm:spPr>
        <a:solidFill>
          <a:srgbClr val="C00000"/>
        </a:solidFill>
      </dgm:spPr>
      <dgm:t>
        <a:bodyPr/>
        <a:lstStyle/>
        <a:p>
          <a:r>
            <a:rPr lang="en-US" b="1" dirty="0"/>
            <a:t>Vasopressors</a:t>
          </a:r>
        </a:p>
        <a:p>
          <a:r>
            <a:rPr lang="en-US" b="0" dirty="0"/>
            <a:t>if MAP &lt;65 mmHg despite IV fluids</a:t>
          </a:r>
        </a:p>
      </dgm:t>
    </dgm:pt>
    <dgm:pt modelId="{0481ACD3-26D5-4A10-8B69-DB8FBD5912E1}" type="parTrans" cxnId="{E61AFCCD-285E-4316-AEAA-DC380A7E5B3B}">
      <dgm:prSet/>
      <dgm:spPr/>
      <dgm:t>
        <a:bodyPr/>
        <a:lstStyle/>
        <a:p>
          <a:endParaRPr lang="en-US"/>
        </a:p>
      </dgm:t>
    </dgm:pt>
    <dgm:pt modelId="{A0F0E24D-B020-418C-8A00-690425509549}" type="sibTrans" cxnId="{E61AFCCD-285E-4316-AEAA-DC380A7E5B3B}">
      <dgm:prSet/>
      <dgm:spPr/>
      <dgm:t>
        <a:bodyPr/>
        <a:lstStyle/>
        <a:p>
          <a:endParaRPr lang="en-US"/>
        </a:p>
      </dgm:t>
    </dgm:pt>
    <dgm:pt modelId="{E12E4C35-CFA3-4781-8201-F3BE95891B4E}" type="pres">
      <dgm:prSet presAssocID="{95714982-36FD-4610-AD6B-ED65C26C4E06}" presName="diagram" presStyleCnt="0">
        <dgm:presLayoutVars>
          <dgm:dir/>
          <dgm:resizeHandles val="exact"/>
        </dgm:presLayoutVars>
      </dgm:prSet>
      <dgm:spPr/>
    </dgm:pt>
    <dgm:pt modelId="{AD74927D-41EA-4B45-9AE5-0E797CEDDDFE}" type="pres">
      <dgm:prSet presAssocID="{DFFF9A17-AA90-4BA8-A4C4-390FB212F5B2}" presName="node" presStyleLbl="node1" presStyleIdx="0" presStyleCnt="6">
        <dgm:presLayoutVars>
          <dgm:bulletEnabled val="1"/>
        </dgm:presLayoutVars>
      </dgm:prSet>
      <dgm:spPr/>
    </dgm:pt>
    <dgm:pt modelId="{14F54316-BC23-42C1-BAB7-46538F82A29A}" type="pres">
      <dgm:prSet presAssocID="{8EF7B84E-B0DC-4439-B071-0AD734650420}" presName="sibTrans" presStyleCnt="0"/>
      <dgm:spPr/>
    </dgm:pt>
    <dgm:pt modelId="{9C517DDB-1D68-4E9E-9BDA-E8F30AED05D8}" type="pres">
      <dgm:prSet presAssocID="{142BEA55-528B-4DBA-B42B-F167FF954EDF}" presName="node" presStyleLbl="node1" presStyleIdx="1" presStyleCnt="6">
        <dgm:presLayoutVars>
          <dgm:bulletEnabled val="1"/>
        </dgm:presLayoutVars>
      </dgm:prSet>
      <dgm:spPr/>
    </dgm:pt>
    <dgm:pt modelId="{213C3C7F-EE26-4AA1-B746-54B2C33BA8DD}" type="pres">
      <dgm:prSet presAssocID="{BA964052-60E9-45C9-986F-D33B125ED974}" presName="sibTrans" presStyleCnt="0"/>
      <dgm:spPr/>
    </dgm:pt>
    <dgm:pt modelId="{453DB6CB-C329-4BC0-85AF-2114B45D7677}" type="pres">
      <dgm:prSet presAssocID="{CAFABF90-D871-4D35-8979-E7CC0D9452BD}" presName="node" presStyleLbl="node1" presStyleIdx="2" presStyleCnt="6">
        <dgm:presLayoutVars>
          <dgm:bulletEnabled val="1"/>
        </dgm:presLayoutVars>
      </dgm:prSet>
      <dgm:spPr/>
    </dgm:pt>
    <dgm:pt modelId="{8984F1FB-5EE8-4515-9CF6-E62228E58E6C}" type="pres">
      <dgm:prSet presAssocID="{C1965280-23B9-4342-BA3E-B150B1E1590E}" presName="sibTrans" presStyleCnt="0"/>
      <dgm:spPr/>
    </dgm:pt>
    <dgm:pt modelId="{51AE9E01-C2C4-4705-962F-A29427A2B829}" type="pres">
      <dgm:prSet presAssocID="{8C50D82F-C6D9-466F-A3BB-A0257C51F4E7}" presName="node" presStyleLbl="node1" presStyleIdx="3" presStyleCnt="6">
        <dgm:presLayoutVars>
          <dgm:bulletEnabled val="1"/>
        </dgm:presLayoutVars>
      </dgm:prSet>
      <dgm:spPr/>
    </dgm:pt>
    <dgm:pt modelId="{EB3F584B-F97A-43A7-9071-BB96EE5784CB}" type="pres">
      <dgm:prSet presAssocID="{031FE102-4EA4-41EC-B72F-032293923F86}" presName="sibTrans" presStyleCnt="0"/>
      <dgm:spPr/>
    </dgm:pt>
    <dgm:pt modelId="{F77C28DA-732B-4570-8D75-E520849BE6AD}" type="pres">
      <dgm:prSet presAssocID="{C2282A6B-4994-4A23-9004-283C611D3FDE}" presName="node" presStyleLbl="node1" presStyleIdx="4" presStyleCnt="6">
        <dgm:presLayoutVars>
          <dgm:bulletEnabled val="1"/>
        </dgm:presLayoutVars>
      </dgm:prSet>
      <dgm:spPr/>
    </dgm:pt>
    <dgm:pt modelId="{C0C3C8F3-0E01-4550-91C9-506F760B102C}" type="pres">
      <dgm:prSet presAssocID="{A0F0E24D-B020-418C-8A00-690425509549}" presName="sibTrans" presStyleCnt="0"/>
      <dgm:spPr/>
    </dgm:pt>
    <dgm:pt modelId="{F3045536-87B9-4B8B-8B63-2CC375537FB2}" type="pres">
      <dgm:prSet presAssocID="{BBC366D6-41A9-4C35-9FB2-12CAB8756238}" presName="node" presStyleLbl="node1" presStyleIdx="5" presStyleCnt="6">
        <dgm:presLayoutVars>
          <dgm:bulletEnabled val="1"/>
        </dgm:presLayoutVars>
      </dgm:prSet>
      <dgm:spPr/>
    </dgm:pt>
  </dgm:ptLst>
  <dgm:cxnLst>
    <dgm:cxn modelId="{D3193F20-ADE6-4027-B0EC-18115522B216}" type="presOf" srcId="{95714982-36FD-4610-AD6B-ED65C26C4E06}" destId="{E12E4C35-CFA3-4781-8201-F3BE95891B4E}" srcOrd="0" destOrd="0" presId="urn:microsoft.com/office/officeart/2005/8/layout/default"/>
    <dgm:cxn modelId="{49A0222A-7944-4C51-A605-9826414BD4F3}" type="presOf" srcId="{BBC366D6-41A9-4C35-9FB2-12CAB8756238}" destId="{F3045536-87B9-4B8B-8B63-2CC375537FB2}" srcOrd="0" destOrd="0" presId="urn:microsoft.com/office/officeart/2005/8/layout/default"/>
    <dgm:cxn modelId="{5B8D212C-FBB2-4885-B0CA-5CD7443AB358}" type="presOf" srcId="{142BEA55-528B-4DBA-B42B-F167FF954EDF}" destId="{9C517DDB-1D68-4E9E-9BDA-E8F30AED05D8}" srcOrd="0" destOrd="0" presId="urn:microsoft.com/office/officeart/2005/8/layout/default"/>
    <dgm:cxn modelId="{F27DFE4C-2003-48BF-97E4-0E5AB01742CA}" type="presOf" srcId="{CAFABF90-D871-4D35-8979-E7CC0D9452BD}" destId="{453DB6CB-C329-4BC0-85AF-2114B45D7677}" srcOrd="0" destOrd="0" presId="urn:microsoft.com/office/officeart/2005/8/layout/default"/>
    <dgm:cxn modelId="{C3E1D54F-D788-484A-8D71-9FCCCB0057A2}" type="presOf" srcId="{8C50D82F-C6D9-466F-A3BB-A0257C51F4E7}" destId="{51AE9E01-C2C4-4705-962F-A29427A2B829}" srcOrd="0" destOrd="0" presId="urn:microsoft.com/office/officeart/2005/8/layout/default"/>
    <dgm:cxn modelId="{41E76151-AE3B-4AEB-A7D3-8273335B0B02}" srcId="{95714982-36FD-4610-AD6B-ED65C26C4E06}" destId="{8C50D82F-C6D9-466F-A3BB-A0257C51F4E7}" srcOrd="3" destOrd="0" parTransId="{E0706E01-94F1-4980-8C34-9788D82A6C8A}" sibTransId="{031FE102-4EA4-41EC-B72F-032293923F86}"/>
    <dgm:cxn modelId="{4B028574-7764-4623-BB1F-30D4A5AF2F16}" type="presOf" srcId="{DFFF9A17-AA90-4BA8-A4C4-390FB212F5B2}" destId="{AD74927D-41EA-4B45-9AE5-0E797CEDDDFE}" srcOrd="0" destOrd="0" presId="urn:microsoft.com/office/officeart/2005/8/layout/default"/>
    <dgm:cxn modelId="{71756891-D68B-4F99-B9C0-51231FD3A38B}" srcId="{95714982-36FD-4610-AD6B-ED65C26C4E06}" destId="{142BEA55-528B-4DBA-B42B-F167FF954EDF}" srcOrd="1" destOrd="0" parTransId="{0D4D787B-0D5F-4381-8C6E-389AF1EE6AF0}" sibTransId="{BA964052-60E9-45C9-986F-D33B125ED974}"/>
    <dgm:cxn modelId="{4EBFADAA-AFDA-47E1-ADD7-B8F70DA817BC}" srcId="{95714982-36FD-4610-AD6B-ED65C26C4E06}" destId="{DFFF9A17-AA90-4BA8-A4C4-390FB212F5B2}" srcOrd="0" destOrd="0" parTransId="{43B96659-6E4B-4745-8E8F-EBC81B0BC03B}" sibTransId="{8EF7B84E-B0DC-4439-B071-0AD734650420}"/>
    <dgm:cxn modelId="{E61AFCCD-285E-4316-AEAA-DC380A7E5B3B}" srcId="{95714982-36FD-4610-AD6B-ED65C26C4E06}" destId="{C2282A6B-4994-4A23-9004-283C611D3FDE}" srcOrd="4" destOrd="0" parTransId="{0481ACD3-26D5-4A10-8B69-DB8FBD5912E1}" sibTransId="{A0F0E24D-B020-418C-8A00-690425509549}"/>
    <dgm:cxn modelId="{3DA6BCD1-91A1-43DD-AF9E-4B68E118B164}" srcId="{95714982-36FD-4610-AD6B-ED65C26C4E06}" destId="{BBC366D6-41A9-4C35-9FB2-12CAB8756238}" srcOrd="5" destOrd="0" parTransId="{7B8C4BEA-5EF3-4972-93D6-37E037CD5B2E}" sibTransId="{F04AA33E-215C-40E0-AAEE-7C60DDAE07D4}"/>
    <dgm:cxn modelId="{D9B17DE1-8BE5-449F-B988-F77CE09B0EFA}" srcId="{95714982-36FD-4610-AD6B-ED65C26C4E06}" destId="{CAFABF90-D871-4D35-8979-E7CC0D9452BD}" srcOrd="2" destOrd="0" parTransId="{245782ED-38CC-4AC9-80BF-90BFBE7147D5}" sibTransId="{C1965280-23B9-4342-BA3E-B150B1E1590E}"/>
    <dgm:cxn modelId="{39A6D6FD-8A45-4CC8-A812-3FDB8E8C0BC7}" type="presOf" srcId="{C2282A6B-4994-4A23-9004-283C611D3FDE}" destId="{F77C28DA-732B-4570-8D75-E520849BE6AD}" srcOrd="0" destOrd="0" presId="urn:microsoft.com/office/officeart/2005/8/layout/default"/>
    <dgm:cxn modelId="{16BB4655-66D7-4F1B-86E6-34BA24A6AC00}" type="presParOf" srcId="{E12E4C35-CFA3-4781-8201-F3BE95891B4E}" destId="{AD74927D-41EA-4B45-9AE5-0E797CEDDDFE}" srcOrd="0" destOrd="0" presId="urn:microsoft.com/office/officeart/2005/8/layout/default"/>
    <dgm:cxn modelId="{E6136E09-4D80-4CDE-ADA1-A7F61FEF0357}" type="presParOf" srcId="{E12E4C35-CFA3-4781-8201-F3BE95891B4E}" destId="{14F54316-BC23-42C1-BAB7-46538F82A29A}" srcOrd="1" destOrd="0" presId="urn:microsoft.com/office/officeart/2005/8/layout/default"/>
    <dgm:cxn modelId="{6032A760-9381-4CBA-A9D8-E2503CD08A82}" type="presParOf" srcId="{E12E4C35-CFA3-4781-8201-F3BE95891B4E}" destId="{9C517DDB-1D68-4E9E-9BDA-E8F30AED05D8}" srcOrd="2" destOrd="0" presId="urn:microsoft.com/office/officeart/2005/8/layout/default"/>
    <dgm:cxn modelId="{07950E6D-F347-450C-94B9-84D00940AE01}" type="presParOf" srcId="{E12E4C35-CFA3-4781-8201-F3BE95891B4E}" destId="{213C3C7F-EE26-4AA1-B746-54B2C33BA8DD}" srcOrd="3" destOrd="0" presId="urn:microsoft.com/office/officeart/2005/8/layout/default"/>
    <dgm:cxn modelId="{87853FFF-EFC2-42E2-B1E8-260BC10C3405}" type="presParOf" srcId="{E12E4C35-CFA3-4781-8201-F3BE95891B4E}" destId="{453DB6CB-C329-4BC0-85AF-2114B45D7677}" srcOrd="4" destOrd="0" presId="urn:microsoft.com/office/officeart/2005/8/layout/default"/>
    <dgm:cxn modelId="{ED414301-63D5-4CD1-881F-6D73458A1ADD}" type="presParOf" srcId="{E12E4C35-CFA3-4781-8201-F3BE95891B4E}" destId="{8984F1FB-5EE8-4515-9CF6-E62228E58E6C}" srcOrd="5" destOrd="0" presId="urn:microsoft.com/office/officeart/2005/8/layout/default"/>
    <dgm:cxn modelId="{FD47E761-69D0-4712-94A6-D3F61850C7EF}" type="presParOf" srcId="{E12E4C35-CFA3-4781-8201-F3BE95891B4E}" destId="{51AE9E01-C2C4-4705-962F-A29427A2B829}" srcOrd="6" destOrd="0" presId="urn:microsoft.com/office/officeart/2005/8/layout/default"/>
    <dgm:cxn modelId="{508C379D-636E-4C8A-8E32-D822D5C14BD5}" type="presParOf" srcId="{E12E4C35-CFA3-4781-8201-F3BE95891B4E}" destId="{EB3F584B-F97A-43A7-9071-BB96EE5784CB}" srcOrd="7" destOrd="0" presId="urn:microsoft.com/office/officeart/2005/8/layout/default"/>
    <dgm:cxn modelId="{20BE2E05-5518-4638-969A-CB9E0A524E9E}" type="presParOf" srcId="{E12E4C35-CFA3-4781-8201-F3BE95891B4E}" destId="{F77C28DA-732B-4570-8D75-E520849BE6AD}" srcOrd="8" destOrd="0" presId="urn:microsoft.com/office/officeart/2005/8/layout/default"/>
    <dgm:cxn modelId="{CE8C5781-1784-4848-BA20-B9E77C7B7C13}" type="presParOf" srcId="{E12E4C35-CFA3-4781-8201-F3BE95891B4E}" destId="{C0C3C8F3-0E01-4550-91C9-506F760B102C}" srcOrd="9" destOrd="0" presId="urn:microsoft.com/office/officeart/2005/8/layout/default"/>
    <dgm:cxn modelId="{FBCBC11E-480D-4024-B469-E500CA157EDF}" type="presParOf" srcId="{E12E4C35-CFA3-4781-8201-F3BE95891B4E}" destId="{F3045536-87B9-4B8B-8B63-2CC375537FB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FAF2B-7960-4B81-BFE4-18E07E664135}">
      <dsp:nvSpPr>
        <dsp:cNvPr id="0" name=""/>
        <dsp:cNvSpPr/>
      </dsp:nvSpPr>
      <dsp:spPr>
        <a:xfrm>
          <a:off x="7809789" y="3422121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03354E-AD42-469A-8098-24B3424DA08E}">
      <dsp:nvSpPr>
        <dsp:cNvPr id="0" name=""/>
        <dsp:cNvSpPr/>
      </dsp:nvSpPr>
      <dsp:spPr>
        <a:xfrm>
          <a:off x="6448258" y="2885334"/>
          <a:ext cx="319627" cy="582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3" y="0"/>
              </a:lnTo>
              <a:lnTo>
                <a:pt x="159813" y="582507"/>
              </a:lnTo>
              <a:lnTo>
                <a:pt x="319627" y="582507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836A6-00E2-4DCD-AE00-DC5217AE2F7F}">
      <dsp:nvSpPr>
        <dsp:cNvPr id="0" name=""/>
        <dsp:cNvSpPr/>
      </dsp:nvSpPr>
      <dsp:spPr>
        <a:xfrm>
          <a:off x="7809789" y="2257106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09035-0C3F-48EE-AC60-D5AD0C8DD481}">
      <dsp:nvSpPr>
        <dsp:cNvPr id="0" name=""/>
        <dsp:cNvSpPr/>
      </dsp:nvSpPr>
      <dsp:spPr>
        <a:xfrm>
          <a:off x="6448258" y="2302826"/>
          <a:ext cx="319627" cy="582507"/>
        </a:xfrm>
        <a:custGeom>
          <a:avLst/>
          <a:gdLst/>
          <a:ahLst/>
          <a:cxnLst/>
          <a:rect l="0" t="0" r="0" b="0"/>
          <a:pathLst>
            <a:path>
              <a:moveTo>
                <a:pt x="0" y="582507"/>
              </a:moveTo>
              <a:lnTo>
                <a:pt x="159813" y="582507"/>
              </a:lnTo>
              <a:lnTo>
                <a:pt x="159813" y="0"/>
              </a:lnTo>
              <a:lnTo>
                <a:pt x="319627" y="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6E504A-9A8C-4920-8315-471F550CBC35}">
      <dsp:nvSpPr>
        <dsp:cNvPr id="0" name=""/>
        <dsp:cNvSpPr/>
      </dsp:nvSpPr>
      <dsp:spPr>
        <a:xfrm>
          <a:off x="5017048" y="1627757"/>
          <a:ext cx="389305" cy="1257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9492" y="0"/>
              </a:lnTo>
              <a:lnTo>
                <a:pt x="229492" y="1257576"/>
              </a:lnTo>
              <a:lnTo>
                <a:pt x="389305" y="1257576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DA96D-D4FC-4413-AF20-5FEA7452310D}">
      <dsp:nvSpPr>
        <dsp:cNvPr id="0" name=""/>
        <dsp:cNvSpPr/>
      </dsp:nvSpPr>
      <dsp:spPr>
        <a:xfrm>
          <a:off x="6448258" y="316905"/>
          <a:ext cx="1686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86423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32D1D-C6D0-4170-AFC7-84A6499508FA}">
      <dsp:nvSpPr>
        <dsp:cNvPr id="0" name=""/>
        <dsp:cNvSpPr/>
      </dsp:nvSpPr>
      <dsp:spPr>
        <a:xfrm>
          <a:off x="5017048" y="362625"/>
          <a:ext cx="389305" cy="1265131"/>
        </a:xfrm>
        <a:custGeom>
          <a:avLst/>
          <a:gdLst/>
          <a:ahLst/>
          <a:cxnLst/>
          <a:rect l="0" t="0" r="0" b="0"/>
          <a:pathLst>
            <a:path>
              <a:moveTo>
                <a:pt x="0" y="1265131"/>
              </a:moveTo>
              <a:lnTo>
                <a:pt x="229492" y="1265131"/>
              </a:lnTo>
              <a:lnTo>
                <a:pt x="229492" y="0"/>
              </a:lnTo>
              <a:lnTo>
                <a:pt x="389305" y="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D7650-B495-4045-9B34-395E8C3FBB9C}">
      <dsp:nvSpPr>
        <dsp:cNvPr id="0" name=""/>
        <dsp:cNvSpPr/>
      </dsp:nvSpPr>
      <dsp:spPr>
        <a:xfrm>
          <a:off x="2385224" y="1582037"/>
          <a:ext cx="2509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436"/>
              </a:moveTo>
              <a:lnTo>
                <a:pt x="91093" y="46436"/>
              </a:lnTo>
              <a:lnTo>
                <a:pt x="91093" y="45720"/>
              </a:lnTo>
              <a:lnTo>
                <a:pt x="250907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18ECA-CD4D-4821-8E63-B7C92F911D75}">
      <dsp:nvSpPr>
        <dsp:cNvPr id="0" name=""/>
        <dsp:cNvSpPr/>
      </dsp:nvSpPr>
      <dsp:spPr>
        <a:xfrm>
          <a:off x="4306" y="907422"/>
          <a:ext cx="2380917" cy="14421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Initial management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• Admit to L&amp;D</a:t>
          </a:r>
          <a:br>
            <a:rPr lang="en-US" sz="1200" kern="1200" dirty="0"/>
          </a:br>
          <a:r>
            <a:rPr lang="en-US" sz="1200" kern="1200" dirty="0"/>
            <a:t> • Confirm the diagnosis</a:t>
          </a:r>
          <a:br>
            <a:rPr lang="en-US" sz="1200" kern="1200" dirty="0"/>
          </a:br>
          <a:r>
            <a:rPr lang="en-US" sz="1200" kern="1200" dirty="0"/>
            <a:t> • Exclude other diagnoses</a:t>
          </a:r>
          <a:br>
            <a:rPr lang="en-US" sz="1200" kern="1200" dirty="0"/>
          </a:br>
          <a:r>
            <a:rPr lang="en-US" sz="1200" kern="1200" dirty="0"/>
            <a:t> • Confirm GA</a:t>
          </a:r>
          <a:br>
            <a:rPr lang="en-US" sz="1200" kern="1200" dirty="0"/>
          </a:br>
          <a:r>
            <a:rPr lang="en-US" sz="1200" kern="1200" dirty="0"/>
            <a:t> • Monitor uterine activity</a:t>
          </a:r>
        </a:p>
      </dsp:txBody>
      <dsp:txXfrm>
        <a:off x="4306" y="907422"/>
        <a:ext cx="2380917" cy="1442104"/>
      </dsp:txXfrm>
    </dsp:sp>
    <dsp:sp modelId="{9C66FCC7-39D7-4D1D-BC6C-F8ABA5E0C992}">
      <dsp:nvSpPr>
        <dsp:cNvPr id="0" name=""/>
        <dsp:cNvSpPr/>
      </dsp:nvSpPr>
      <dsp:spPr>
        <a:xfrm>
          <a:off x="2636131" y="906705"/>
          <a:ext cx="2380917" cy="144210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Check for contraindications to expectant management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• </a:t>
          </a:r>
          <a:r>
            <a:rPr lang="en-US" sz="1200" b="1" kern="1200" dirty="0"/>
            <a:t>GA ≥ 34 </a:t>
          </a:r>
          <a:r>
            <a:rPr lang="en-US" sz="1200" b="1" kern="1200" dirty="0" err="1"/>
            <a:t>wk</a:t>
          </a:r>
          <a:r>
            <a:rPr lang="en-US" sz="1200" b="1" kern="1200" dirty="0"/>
            <a:t> </a:t>
          </a:r>
          <a:br>
            <a:rPr lang="en-US" sz="1200" kern="1200" dirty="0"/>
          </a:br>
          <a:r>
            <a:rPr lang="en-US" sz="1200" kern="1200" dirty="0"/>
            <a:t> • Intraamniotic infection</a:t>
          </a:r>
          <a:br>
            <a:rPr lang="en-US" sz="1200" kern="1200" dirty="0"/>
          </a:br>
          <a:r>
            <a:rPr lang="en-US" sz="1200" kern="1200" dirty="0"/>
            <a:t> • Non-reassuring fetal testing</a:t>
          </a:r>
          <a:br>
            <a:rPr lang="en-US" sz="1200" kern="1200" dirty="0"/>
          </a:br>
          <a:r>
            <a:rPr lang="en-US" sz="1200" kern="1200" dirty="0"/>
            <a:t> • Established PTL</a:t>
          </a:r>
          <a:br>
            <a:rPr lang="en-US" sz="1200" kern="1200" dirty="0"/>
          </a:br>
          <a:r>
            <a:rPr lang="en-US" sz="1200" kern="1200" dirty="0"/>
            <a:t> • Excessive bleeding</a:t>
          </a:r>
        </a:p>
      </dsp:txBody>
      <dsp:txXfrm>
        <a:off x="2636131" y="906705"/>
        <a:ext cx="2380917" cy="1442104"/>
      </dsp:txXfrm>
    </dsp:sp>
    <dsp:sp modelId="{ABE0EC38-FBFA-43D1-BEEE-2F7247A8DC50}">
      <dsp:nvSpPr>
        <dsp:cNvPr id="0" name=""/>
        <dsp:cNvSpPr/>
      </dsp:nvSpPr>
      <dsp:spPr>
        <a:xfrm>
          <a:off x="5406354" y="118910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Any YES</a:t>
          </a:r>
        </a:p>
      </dsp:txBody>
      <dsp:txXfrm>
        <a:off x="5406354" y="118910"/>
        <a:ext cx="1041904" cy="487431"/>
      </dsp:txXfrm>
    </dsp:sp>
    <dsp:sp modelId="{73053453-9BBE-4F37-8055-191F1294318F}">
      <dsp:nvSpPr>
        <dsp:cNvPr id="0" name=""/>
        <dsp:cNvSpPr/>
      </dsp:nvSpPr>
      <dsp:spPr>
        <a:xfrm>
          <a:off x="8134682" y="118910"/>
          <a:ext cx="2380917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Immediate delivery</a:t>
          </a:r>
        </a:p>
      </dsp:txBody>
      <dsp:txXfrm>
        <a:off x="8134682" y="118910"/>
        <a:ext cx="2380917" cy="487431"/>
      </dsp:txXfrm>
    </dsp:sp>
    <dsp:sp modelId="{DBF0E215-571F-4C67-B63E-20B2FB1C5D55}">
      <dsp:nvSpPr>
        <dsp:cNvPr id="0" name=""/>
        <dsp:cNvSpPr/>
      </dsp:nvSpPr>
      <dsp:spPr>
        <a:xfrm>
          <a:off x="5406354" y="2641618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All NO</a:t>
          </a:r>
        </a:p>
      </dsp:txBody>
      <dsp:txXfrm>
        <a:off x="5406354" y="2641618"/>
        <a:ext cx="1041904" cy="487431"/>
      </dsp:txXfrm>
    </dsp:sp>
    <dsp:sp modelId="{A5D97A05-D1F8-4796-ABB0-9F4D6441836C}">
      <dsp:nvSpPr>
        <dsp:cNvPr id="0" name=""/>
        <dsp:cNvSpPr/>
      </dsp:nvSpPr>
      <dsp:spPr>
        <a:xfrm>
          <a:off x="6767885" y="2059111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24 – 33</a:t>
          </a:r>
          <a:r>
            <a:rPr lang="en-US" sz="1400" kern="1200" baseline="30000" dirty="0"/>
            <a:t>+6</a:t>
          </a:r>
          <a:r>
            <a:rPr lang="en-US" sz="1400" kern="1200" dirty="0"/>
            <a:t> </a:t>
          </a:r>
          <a:r>
            <a:rPr lang="en-US" sz="1400" kern="1200" dirty="0" err="1"/>
            <a:t>wk</a:t>
          </a:r>
          <a:endParaRPr lang="en-US" sz="1400" kern="1200" dirty="0"/>
        </a:p>
      </dsp:txBody>
      <dsp:txXfrm>
        <a:off x="6767885" y="2059111"/>
        <a:ext cx="1041904" cy="487431"/>
      </dsp:txXfrm>
    </dsp:sp>
    <dsp:sp modelId="{6A429FF0-3D3F-493C-B098-DD08BFEDEA2B}">
      <dsp:nvSpPr>
        <dsp:cNvPr id="0" name=""/>
        <dsp:cNvSpPr/>
      </dsp:nvSpPr>
      <dsp:spPr>
        <a:xfrm>
          <a:off x="8129416" y="1581903"/>
          <a:ext cx="2380917" cy="1441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Continue expectant management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 • ACS (consider if &lt;35 </a:t>
          </a:r>
          <a:r>
            <a:rPr lang="en-US" sz="1200" kern="1200" dirty="0" err="1"/>
            <a:t>wk</a:t>
          </a:r>
          <a:r>
            <a:rPr lang="en-US" sz="1200" kern="1200" dirty="0"/>
            <a:t>)</a:t>
          </a:r>
          <a:br>
            <a:rPr lang="en-US" sz="1200" kern="1200" dirty="0"/>
          </a:br>
          <a:r>
            <a:rPr lang="en-US" sz="1200" kern="1200" dirty="0"/>
            <a:t> • </a:t>
          </a:r>
          <a:r>
            <a:rPr lang="en-US" sz="1200" kern="1200" dirty="0" err="1"/>
            <a:t>ABx</a:t>
          </a:r>
          <a:br>
            <a:rPr lang="en-US" sz="1200" kern="1200" dirty="0"/>
          </a:br>
          <a:r>
            <a:rPr lang="en-US" sz="1200" kern="1200" dirty="0"/>
            <a:t> • MgSO4 (consider &lt;34 </a:t>
          </a:r>
          <a:r>
            <a:rPr lang="en-US" sz="1200" kern="1200" dirty="0" err="1"/>
            <a:t>wk</a:t>
          </a:r>
          <a:r>
            <a:rPr lang="en-US" sz="1200" kern="1200" dirty="0"/>
            <a:t> if est. PTL)</a:t>
          </a:r>
          <a:br>
            <a:rPr lang="en-US" sz="1200" kern="1200" dirty="0"/>
          </a:br>
          <a:r>
            <a:rPr lang="en-US" sz="1200" kern="1200" dirty="0"/>
            <a:t> • Fetal surveillance </a:t>
          </a:r>
        </a:p>
      </dsp:txBody>
      <dsp:txXfrm>
        <a:off x="8129416" y="1581903"/>
        <a:ext cx="2380917" cy="1441845"/>
      </dsp:txXfrm>
    </dsp:sp>
    <dsp:sp modelId="{0B5E4EB0-8266-4DC4-8769-9359756E0D0B}">
      <dsp:nvSpPr>
        <dsp:cNvPr id="0" name=""/>
        <dsp:cNvSpPr/>
      </dsp:nvSpPr>
      <dsp:spPr>
        <a:xfrm>
          <a:off x="6767885" y="3224125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&lt; 24 </a:t>
          </a:r>
          <a:r>
            <a:rPr lang="en-US" sz="1400" kern="1200" dirty="0" err="1"/>
            <a:t>wk</a:t>
          </a:r>
          <a:endParaRPr lang="en-US" sz="1400" kern="1200" dirty="0"/>
        </a:p>
      </dsp:txBody>
      <dsp:txXfrm>
        <a:off x="6767885" y="3224125"/>
        <a:ext cx="1041904" cy="487431"/>
      </dsp:txXfrm>
    </dsp:sp>
    <dsp:sp modelId="{4822AD67-BA21-46D5-9CE5-BB75E56C13A0}">
      <dsp:nvSpPr>
        <dsp:cNvPr id="0" name=""/>
        <dsp:cNvSpPr/>
      </dsp:nvSpPr>
      <dsp:spPr>
        <a:xfrm>
          <a:off x="8129416" y="3223516"/>
          <a:ext cx="2380917" cy="4886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Offer TOP </a:t>
          </a:r>
          <a:br>
            <a:rPr lang="en-US" sz="1400" b="1" kern="1200" dirty="0"/>
          </a:br>
          <a:r>
            <a:rPr lang="en-US" sz="1400" b="1" kern="1200" dirty="0"/>
            <a:t>? or expectant management</a:t>
          </a:r>
        </a:p>
      </dsp:txBody>
      <dsp:txXfrm>
        <a:off x="8129416" y="3223516"/>
        <a:ext cx="2380917" cy="4886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FAF2B-7960-4B81-BFE4-18E07E664135}">
      <dsp:nvSpPr>
        <dsp:cNvPr id="0" name=""/>
        <dsp:cNvSpPr/>
      </dsp:nvSpPr>
      <dsp:spPr>
        <a:xfrm>
          <a:off x="7809789" y="3917082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03354E-AD42-469A-8098-24B3424DA08E}">
      <dsp:nvSpPr>
        <dsp:cNvPr id="0" name=""/>
        <dsp:cNvSpPr/>
      </dsp:nvSpPr>
      <dsp:spPr>
        <a:xfrm>
          <a:off x="6448258" y="2785617"/>
          <a:ext cx="319627" cy="1177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3" y="0"/>
              </a:lnTo>
              <a:lnTo>
                <a:pt x="159813" y="1177184"/>
              </a:lnTo>
              <a:lnTo>
                <a:pt x="319627" y="1177184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836A6-00E2-4DCD-AE00-DC5217AE2F7F}">
      <dsp:nvSpPr>
        <dsp:cNvPr id="0" name=""/>
        <dsp:cNvSpPr/>
      </dsp:nvSpPr>
      <dsp:spPr>
        <a:xfrm>
          <a:off x="7809789" y="2734990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09035-0C3F-48EE-AC60-D5AD0C8DD481}">
      <dsp:nvSpPr>
        <dsp:cNvPr id="0" name=""/>
        <dsp:cNvSpPr/>
      </dsp:nvSpPr>
      <dsp:spPr>
        <a:xfrm>
          <a:off x="6448258" y="2734990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0627"/>
              </a:moveTo>
              <a:lnTo>
                <a:pt x="159813" y="50627"/>
              </a:lnTo>
              <a:lnTo>
                <a:pt x="159813" y="45720"/>
              </a:ln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140B3C-F935-4349-AFDB-364FEEF14D2A}">
      <dsp:nvSpPr>
        <dsp:cNvPr id="0" name=""/>
        <dsp:cNvSpPr/>
      </dsp:nvSpPr>
      <dsp:spPr>
        <a:xfrm>
          <a:off x="7808287" y="1419223"/>
          <a:ext cx="3196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27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3C9E31-D4DB-40CB-94A3-D67E396AE606}">
      <dsp:nvSpPr>
        <dsp:cNvPr id="0" name=""/>
        <dsp:cNvSpPr/>
      </dsp:nvSpPr>
      <dsp:spPr>
        <a:xfrm>
          <a:off x="6448258" y="1464943"/>
          <a:ext cx="319627" cy="1320674"/>
        </a:xfrm>
        <a:custGeom>
          <a:avLst/>
          <a:gdLst/>
          <a:ahLst/>
          <a:cxnLst/>
          <a:rect l="0" t="0" r="0" b="0"/>
          <a:pathLst>
            <a:path>
              <a:moveTo>
                <a:pt x="0" y="1320674"/>
              </a:moveTo>
              <a:lnTo>
                <a:pt x="159813" y="1320674"/>
              </a:lnTo>
              <a:lnTo>
                <a:pt x="159813" y="0"/>
              </a:lnTo>
              <a:lnTo>
                <a:pt x="319627" y="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6E504A-9A8C-4920-8315-471F550CBC35}">
      <dsp:nvSpPr>
        <dsp:cNvPr id="0" name=""/>
        <dsp:cNvSpPr/>
      </dsp:nvSpPr>
      <dsp:spPr>
        <a:xfrm>
          <a:off x="5017048" y="1294546"/>
          <a:ext cx="389305" cy="1491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9492" y="0"/>
              </a:lnTo>
              <a:lnTo>
                <a:pt x="229492" y="1491071"/>
              </a:lnTo>
              <a:lnTo>
                <a:pt x="389305" y="1491071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DA96D-D4FC-4413-AF20-5FEA7452310D}">
      <dsp:nvSpPr>
        <dsp:cNvPr id="0" name=""/>
        <dsp:cNvSpPr/>
      </dsp:nvSpPr>
      <dsp:spPr>
        <a:xfrm>
          <a:off x="6448258" y="197995"/>
          <a:ext cx="1686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86423" y="4572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32D1D-C6D0-4170-AFC7-84A6499508FA}">
      <dsp:nvSpPr>
        <dsp:cNvPr id="0" name=""/>
        <dsp:cNvSpPr/>
      </dsp:nvSpPr>
      <dsp:spPr>
        <a:xfrm>
          <a:off x="5017048" y="243715"/>
          <a:ext cx="389305" cy="1050830"/>
        </a:xfrm>
        <a:custGeom>
          <a:avLst/>
          <a:gdLst/>
          <a:ahLst/>
          <a:cxnLst/>
          <a:rect l="0" t="0" r="0" b="0"/>
          <a:pathLst>
            <a:path>
              <a:moveTo>
                <a:pt x="0" y="1050830"/>
              </a:moveTo>
              <a:lnTo>
                <a:pt x="229492" y="1050830"/>
              </a:lnTo>
              <a:lnTo>
                <a:pt x="229492" y="0"/>
              </a:lnTo>
              <a:lnTo>
                <a:pt x="389305" y="0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  <a:tailEnd type="stealth"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D7650-B495-4045-9B34-395E8C3FBB9C}">
      <dsp:nvSpPr>
        <dsp:cNvPr id="0" name=""/>
        <dsp:cNvSpPr/>
      </dsp:nvSpPr>
      <dsp:spPr>
        <a:xfrm>
          <a:off x="2385224" y="1248826"/>
          <a:ext cx="2509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436"/>
              </a:moveTo>
              <a:lnTo>
                <a:pt x="91093" y="46436"/>
              </a:lnTo>
              <a:lnTo>
                <a:pt x="91093" y="45720"/>
              </a:lnTo>
              <a:lnTo>
                <a:pt x="250907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18ECA-CD4D-4821-8E63-B7C92F911D75}">
      <dsp:nvSpPr>
        <dsp:cNvPr id="0" name=""/>
        <dsp:cNvSpPr/>
      </dsp:nvSpPr>
      <dsp:spPr>
        <a:xfrm>
          <a:off x="4306" y="557262"/>
          <a:ext cx="2380917" cy="14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Initial management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• Admit to L&amp;D</a:t>
          </a:r>
          <a:br>
            <a:rPr lang="en-US" sz="1200" kern="1200" dirty="0"/>
          </a:br>
          <a:r>
            <a:rPr lang="en-US" sz="1200" kern="1200" dirty="0"/>
            <a:t> • Confirm the diagnosis</a:t>
          </a:r>
          <a:br>
            <a:rPr lang="en-US" sz="1200" kern="1200" dirty="0"/>
          </a:br>
          <a:r>
            <a:rPr lang="en-US" sz="1200" kern="1200" dirty="0"/>
            <a:t> • Exclude other DDx</a:t>
          </a:r>
          <a:br>
            <a:rPr lang="en-US" sz="1200" kern="1200" dirty="0"/>
          </a:br>
          <a:r>
            <a:rPr lang="en-US" sz="1200" kern="1200" dirty="0"/>
            <a:t> • Confirm GA</a:t>
          </a:r>
          <a:br>
            <a:rPr lang="en-US" sz="1200" kern="1200" dirty="0"/>
          </a:br>
          <a:r>
            <a:rPr lang="en-US" sz="1200" kern="1200" dirty="0"/>
            <a:t> • Monitor uterine activity</a:t>
          </a:r>
        </a:p>
      </dsp:txBody>
      <dsp:txXfrm>
        <a:off x="4306" y="557262"/>
        <a:ext cx="2380917" cy="1476000"/>
      </dsp:txXfrm>
    </dsp:sp>
    <dsp:sp modelId="{9C66FCC7-39D7-4D1D-BC6C-F8ABA5E0C992}">
      <dsp:nvSpPr>
        <dsp:cNvPr id="0" name=""/>
        <dsp:cNvSpPr/>
      </dsp:nvSpPr>
      <dsp:spPr>
        <a:xfrm>
          <a:off x="2636131" y="556546"/>
          <a:ext cx="2380917" cy="1476000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Check for contraindications to expectant management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• </a:t>
          </a:r>
          <a:r>
            <a:rPr lang="en-US" sz="1200" b="1" kern="1200" dirty="0"/>
            <a:t>GA ≥ 37 </a:t>
          </a:r>
          <a:r>
            <a:rPr lang="en-US" sz="1200" b="1" kern="1200" dirty="0" err="1"/>
            <a:t>wk</a:t>
          </a:r>
          <a:r>
            <a:rPr lang="en-US" sz="1200" b="1" kern="1200" dirty="0"/>
            <a:t> </a:t>
          </a:r>
          <a:br>
            <a:rPr lang="en-US" sz="1200" kern="1200" dirty="0"/>
          </a:br>
          <a:r>
            <a:rPr lang="en-US" sz="1200" kern="1200" dirty="0"/>
            <a:t> • Intraamniotic infection</a:t>
          </a:r>
          <a:br>
            <a:rPr lang="en-US" sz="1200" kern="1200" dirty="0"/>
          </a:br>
          <a:r>
            <a:rPr lang="en-US" sz="1200" kern="1200" dirty="0"/>
            <a:t> • Non-reassuring fetal testing</a:t>
          </a:r>
          <a:br>
            <a:rPr lang="en-US" sz="1200" kern="1200" dirty="0"/>
          </a:br>
          <a:r>
            <a:rPr lang="en-US" sz="1200" kern="1200" dirty="0"/>
            <a:t> • Established PTL</a:t>
          </a:r>
          <a:br>
            <a:rPr lang="en-US" sz="1200" kern="1200" dirty="0"/>
          </a:br>
          <a:r>
            <a:rPr lang="en-US" sz="1200" kern="1200" dirty="0"/>
            <a:t> • Excessive bleeding</a:t>
          </a:r>
        </a:p>
      </dsp:txBody>
      <dsp:txXfrm>
        <a:off x="2636131" y="556546"/>
        <a:ext cx="2380917" cy="1476000"/>
      </dsp:txXfrm>
    </dsp:sp>
    <dsp:sp modelId="{ABE0EC38-FBFA-43D1-BEEE-2F7247A8DC50}">
      <dsp:nvSpPr>
        <dsp:cNvPr id="0" name=""/>
        <dsp:cNvSpPr/>
      </dsp:nvSpPr>
      <dsp:spPr>
        <a:xfrm>
          <a:off x="5406354" y="0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Any YES</a:t>
          </a:r>
        </a:p>
      </dsp:txBody>
      <dsp:txXfrm>
        <a:off x="5406354" y="0"/>
        <a:ext cx="1041904" cy="487431"/>
      </dsp:txXfrm>
    </dsp:sp>
    <dsp:sp modelId="{73053453-9BBE-4F37-8055-191F1294318F}">
      <dsp:nvSpPr>
        <dsp:cNvPr id="0" name=""/>
        <dsp:cNvSpPr/>
      </dsp:nvSpPr>
      <dsp:spPr>
        <a:xfrm>
          <a:off x="8134682" y="0"/>
          <a:ext cx="2380917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Recommend</a:t>
          </a:r>
          <a:r>
            <a:rPr lang="en-US" sz="1400" b="1" kern="1200" dirty="0"/>
            <a:t> delivery</a:t>
          </a:r>
        </a:p>
      </dsp:txBody>
      <dsp:txXfrm>
        <a:off x="8134682" y="0"/>
        <a:ext cx="2380917" cy="487431"/>
      </dsp:txXfrm>
    </dsp:sp>
    <dsp:sp modelId="{DBF0E215-571F-4C67-B63E-20B2FB1C5D55}">
      <dsp:nvSpPr>
        <dsp:cNvPr id="0" name=""/>
        <dsp:cNvSpPr/>
      </dsp:nvSpPr>
      <dsp:spPr>
        <a:xfrm>
          <a:off x="5406354" y="2541902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All NO</a:t>
          </a:r>
        </a:p>
      </dsp:txBody>
      <dsp:txXfrm>
        <a:off x="5406354" y="2541902"/>
        <a:ext cx="1041904" cy="487431"/>
      </dsp:txXfrm>
    </dsp:sp>
    <dsp:sp modelId="{F464893F-16A6-466D-B111-51A32A0C9FFD}">
      <dsp:nvSpPr>
        <dsp:cNvPr id="0" name=""/>
        <dsp:cNvSpPr/>
      </dsp:nvSpPr>
      <dsp:spPr>
        <a:xfrm>
          <a:off x="6767885" y="1221227"/>
          <a:ext cx="1040401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≥34 </a:t>
          </a:r>
          <a:r>
            <a:rPr lang="en-US" sz="1400" kern="1200" dirty="0" err="1"/>
            <a:t>wk</a:t>
          </a:r>
          <a:endParaRPr lang="en-US" sz="1400" kern="1200" dirty="0"/>
        </a:p>
      </dsp:txBody>
      <dsp:txXfrm>
        <a:off x="6767885" y="1221227"/>
        <a:ext cx="1040401" cy="487431"/>
      </dsp:txXfrm>
    </dsp:sp>
    <dsp:sp modelId="{428095AB-5FB9-46D9-9CDE-EDA556D17EF5}">
      <dsp:nvSpPr>
        <dsp:cNvPr id="0" name=""/>
        <dsp:cNvSpPr/>
      </dsp:nvSpPr>
      <dsp:spPr>
        <a:xfrm>
          <a:off x="8127914" y="1086942"/>
          <a:ext cx="2379607" cy="75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Consider</a:t>
          </a:r>
          <a:r>
            <a:rPr lang="en-US" sz="1400" b="1" kern="1200" dirty="0"/>
            <a:t> delivery</a:t>
          </a:r>
          <a:br>
            <a:rPr lang="en-US" sz="1400" b="1" kern="1200" dirty="0"/>
          </a:br>
          <a:r>
            <a:rPr lang="en-US" sz="1400" b="0" kern="1200" dirty="0"/>
            <a:t>(individualized)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• ACS if &lt;35 </a:t>
          </a:r>
          <a:r>
            <a:rPr lang="en-US" sz="1200" kern="1200" dirty="0" err="1"/>
            <a:t>wk</a:t>
          </a:r>
          <a:endParaRPr lang="en-US" sz="1200" b="0" kern="1200" dirty="0"/>
        </a:p>
      </dsp:txBody>
      <dsp:txXfrm>
        <a:off x="8127914" y="1086942"/>
        <a:ext cx="2379607" cy="756000"/>
      </dsp:txXfrm>
    </dsp:sp>
    <dsp:sp modelId="{A5D97A05-D1F8-4796-ABB0-9F4D6441836C}">
      <dsp:nvSpPr>
        <dsp:cNvPr id="0" name=""/>
        <dsp:cNvSpPr/>
      </dsp:nvSpPr>
      <dsp:spPr>
        <a:xfrm>
          <a:off x="6767885" y="2536995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24 – 33</a:t>
          </a:r>
          <a:r>
            <a:rPr lang="en-US" sz="1400" kern="1200" baseline="30000" dirty="0"/>
            <a:t>+6</a:t>
          </a:r>
          <a:r>
            <a:rPr lang="en-US" sz="1400" kern="1200" dirty="0"/>
            <a:t> </a:t>
          </a:r>
          <a:r>
            <a:rPr lang="en-US" sz="1400" kern="1200" dirty="0" err="1"/>
            <a:t>wk</a:t>
          </a:r>
          <a:endParaRPr lang="en-US" sz="1400" kern="1200" dirty="0"/>
        </a:p>
      </dsp:txBody>
      <dsp:txXfrm>
        <a:off x="6767885" y="2536995"/>
        <a:ext cx="1041904" cy="487431"/>
      </dsp:txXfrm>
    </dsp:sp>
    <dsp:sp modelId="{6A429FF0-3D3F-493C-B098-DD08BFEDEA2B}">
      <dsp:nvSpPr>
        <dsp:cNvPr id="0" name=""/>
        <dsp:cNvSpPr/>
      </dsp:nvSpPr>
      <dsp:spPr>
        <a:xfrm>
          <a:off x="8129416" y="2042710"/>
          <a:ext cx="2380917" cy="14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Continue expectant management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• </a:t>
          </a:r>
          <a:r>
            <a:rPr lang="en-US" sz="12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ABx</a:t>
          </a:r>
          <a:br>
            <a:rPr lang="en-US" sz="1400" kern="1200" dirty="0"/>
          </a:br>
          <a:r>
            <a:rPr lang="en-US" sz="1200" kern="1200" dirty="0"/>
            <a:t> • ACS</a:t>
          </a:r>
          <a:br>
            <a:rPr lang="en-US" sz="1200" kern="1200" dirty="0"/>
          </a:br>
          <a:r>
            <a:rPr lang="en-US" sz="1200" kern="1200" dirty="0"/>
            <a:t> • MgSO4 (&lt;30/&lt;34 </a:t>
          </a:r>
          <a:r>
            <a:rPr lang="en-US" sz="1200" kern="1200" dirty="0" err="1"/>
            <a:t>wk</a:t>
          </a:r>
          <a:r>
            <a:rPr lang="en-US" sz="1200" kern="1200" dirty="0"/>
            <a:t> if est. PTL)</a:t>
          </a:r>
          <a:br>
            <a:rPr lang="en-US" sz="1200" kern="1200" dirty="0"/>
          </a:br>
          <a:r>
            <a:rPr lang="en-US" sz="1200" kern="1200" dirty="0"/>
            <a:t> • Fetal surveillance </a:t>
          </a:r>
        </a:p>
      </dsp:txBody>
      <dsp:txXfrm>
        <a:off x="8129416" y="2042710"/>
        <a:ext cx="2380917" cy="1476000"/>
      </dsp:txXfrm>
    </dsp:sp>
    <dsp:sp modelId="{0B5E4EB0-8266-4DC4-8769-9359756E0D0B}">
      <dsp:nvSpPr>
        <dsp:cNvPr id="0" name=""/>
        <dsp:cNvSpPr/>
      </dsp:nvSpPr>
      <dsp:spPr>
        <a:xfrm>
          <a:off x="6767885" y="3719086"/>
          <a:ext cx="1041904" cy="487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&lt; 24 </a:t>
          </a:r>
          <a:r>
            <a:rPr lang="en-US" sz="1400" kern="1200" dirty="0" err="1"/>
            <a:t>wk</a:t>
          </a:r>
          <a:endParaRPr lang="en-US" sz="1400" kern="1200" dirty="0"/>
        </a:p>
      </dsp:txBody>
      <dsp:txXfrm>
        <a:off x="6767885" y="3719086"/>
        <a:ext cx="1041904" cy="487431"/>
      </dsp:txXfrm>
    </dsp:sp>
    <dsp:sp modelId="{4822AD67-BA21-46D5-9CE5-BB75E56C13A0}">
      <dsp:nvSpPr>
        <dsp:cNvPr id="0" name=""/>
        <dsp:cNvSpPr/>
      </dsp:nvSpPr>
      <dsp:spPr>
        <a:xfrm>
          <a:off x="8129416" y="3718477"/>
          <a:ext cx="2380917" cy="4886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Offer TOP </a:t>
          </a:r>
          <a:br>
            <a:rPr lang="en-US" sz="1400" b="1" kern="1200" dirty="0"/>
          </a:br>
          <a:r>
            <a:rPr lang="en-US" sz="1400" b="1" kern="1200" dirty="0"/>
            <a:t>? or expectant management</a:t>
          </a:r>
        </a:p>
      </dsp:txBody>
      <dsp:txXfrm>
        <a:off x="8129416" y="3718477"/>
        <a:ext cx="2380917" cy="4886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60B89-0292-45B1-AEA9-FC996851CCFE}">
      <dsp:nvSpPr>
        <dsp:cNvPr id="0" name=""/>
        <dsp:cNvSpPr/>
      </dsp:nvSpPr>
      <dsp:spPr>
        <a:xfrm>
          <a:off x="4621" y="0"/>
          <a:ext cx="2020453" cy="11228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SIRS</a:t>
          </a:r>
        </a:p>
      </dsp:txBody>
      <dsp:txXfrm>
        <a:off x="37507" y="32886"/>
        <a:ext cx="1954681" cy="1057053"/>
      </dsp:txXfrm>
    </dsp:sp>
    <dsp:sp modelId="{5218ED22-9A41-432A-A162-52D8432DAA4D}">
      <dsp:nvSpPr>
        <dsp:cNvPr id="0" name=""/>
        <dsp:cNvSpPr/>
      </dsp:nvSpPr>
      <dsp:spPr>
        <a:xfrm>
          <a:off x="2227119" y="31087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27119" y="411090"/>
        <a:ext cx="299835" cy="300644"/>
      </dsp:txXfrm>
    </dsp:sp>
    <dsp:sp modelId="{A05CE3BD-2E31-4E95-8C4F-683AC7291EBC}">
      <dsp:nvSpPr>
        <dsp:cNvPr id="0" name=""/>
        <dsp:cNvSpPr/>
      </dsp:nvSpPr>
      <dsp:spPr>
        <a:xfrm>
          <a:off x="2833255" y="0"/>
          <a:ext cx="2020453" cy="1122825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Sepsis</a:t>
          </a:r>
        </a:p>
      </dsp:txBody>
      <dsp:txXfrm>
        <a:off x="2866141" y="32886"/>
        <a:ext cx="1954681" cy="1057053"/>
      </dsp:txXfrm>
    </dsp:sp>
    <dsp:sp modelId="{E6532FB1-BCCF-4C00-82B0-76144E4129F5}">
      <dsp:nvSpPr>
        <dsp:cNvPr id="0" name=""/>
        <dsp:cNvSpPr/>
      </dsp:nvSpPr>
      <dsp:spPr>
        <a:xfrm>
          <a:off x="5055754" y="31087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55754" y="411090"/>
        <a:ext cx="299835" cy="300644"/>
      </dsp:txXfrm>
    </dsp:sp>
    <dsp:sp modelId="{2BF765E8-5416-48CB-B6FA-318963F6EC7C}">
      <dsp:nvSpPr>
        <dsp:cNvPr id="0" name=""/>
        <dsp:cNvSpPr/>
      </dsp:nvSpPr>
      <dsp:spPr>
        <a:xfrm>
          <a:off x="5661890" y="0"/>
          <a:ext cx="2020453" cy="1122825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Severe Sepsis</a:t>
          </a:r>
        </a:p>
      </dsp:txBody>
      <dsp:txXfrm>
        <a:off x="5694776" y="32886"/>
        <a:ext cx="1954681" cy="1057053"/>
      </dsp:txXfrm>
    </dsp:sp>
    <dsp:sp modelId="{860423E5-6875-4623-A8AB-38278157CB84}">
      <dsp:nvSpPr>
        <dsp:cNvPr id="0" name=""/>
        <dsp:cNvSpPr/>
      </dsp:nvSpPr>
      <dsp:spPr>
        <a:xfrm>
          <a:off x="7884389" y="31087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884389" y="411090"/>
        <a:ext cx="299835" cy="300644"/>
      </dsp:txXfrm>
    </dsp:sp>
    <dsp:sp modelId="{A791639D-D372-4B63-8767-17408F2AB778}">
      <dsp:nvSpPr>
        <dsp:cNvPr id="0" name=""/>
        <dsp:cNvSpPr/>
      </dsp:nvSpPr>
      <dsp:spPr>
        <a:xfrm>
          <a:off x="8490525" y="0"/>
          <a:ext cx="2020453" cy="1122825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Septic shock</a:t>
          </a:r>
        </a:p>
      </dsp:txBody>
      <dsp:txXfrm>
        <a:off x="8523411" y="32886"/>
        <a:ext cx="1954681" cy="10570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4927D-41EA-4B45-9AE5-0E797CEDDDFE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Measure </a:t>
          </a:r>
          <a:r>
            <a:rPr lang="en-US" sz="2500" b="1" kern="1200" dirty="0"/>
            <a:t>lactate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and other labs</a:t>
          </a:r>
          <a:r>
            <a:rPr lang="en-US" sz="2500" kern="1200" dirty="0"/>
            <a:t> to evaluate for </a:t>
          </a:r>
          <a:r>
            <a:rPr lang="en-US" sz="2500" b="1" kern="1200" dirty="0"/>
            <a:t>organ dysfunction </a:t>
          </a:r>
        </a:p>
      </dsp:txBody>
      <dsp:txXfrm>
        <a:off x="0" y="39687"/>
        <a:ext cx="3286125" cy="1971675"/>
      </dsp:txXfrm>
    </dsp:sp>
    <dsp:sp modelId="{9C517DDB-1D68-4E9E-9BDA-E8F30AED05D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Cultures</a:t>
          </a:r>
          <a:r>
            <a:rPr lang="en-US" sz="2500" kern="1200" dirty="0"/>
            <a:t> </a:t>
          </a:r>
        </a:p>
      </dsp:txBody>
      <dsp:txXfrm>
        <a:off x="3614737" y="39687"/>
        <a:ext cx="3286125" cy="1971675"/>
      </dsp:txXfrm>
    </dsp:sp>
    <dsp:sp modelId="{453DB6CB-C329-4BC0-85AF-2114B45D7677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IV </a:t>
          </a:r>
          <a:r>
            <a:rPr lang="en-US" sz="2500" b="1" kern="1200" dirty="0"/>
            <a:t>Antibiotics</a:t>
          </a:r>
        </a:p>
      </dsp:txBody>
      <dsp:txXfrm>
        <a:off x="7229475" y="39687"/>
        <a:ext cx="3286125" cy="1971675"/>
      </dsp:txXfrm>
    </dsp:sp>
    <dsp:sp modelId="{51AE9E01-C2C4-4705-962F-A29427A2B829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Fluid</a:t>
          </a:r>
          <a:r>
            <a:rPr lang="en-US" sz="2500" kern="1200" dirty="0"/>
            <a:t> resus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30 mL/kg crystalloid for hypotension or lactate ≥4mmol/L (36 mg/dL)</a:t>
          </a:r>
        </a:p>
      </dsp:txBody>
      <dsp:txXfrm>
        <a:off x="0" y="2339975"/>
        <a:ext cx="3286125" cy="1971675"/>
      </dsp:txXfrm>
    </dsp:sp>
    <dsp:sp modelId="{F77C28DA-732B-4570-8D75-E520849BE6AD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Vasopressors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if MAP &lt;65 mmHg despite IV fluids</a:t>
          </a:r>
        </a:p>
      </dsp:txBody>
      <dsp:txXfrm>
        <a:off x="3614737" y="2339975"/>
        <a:ext cx="3286125" cy="1971675"/>
      </dsp:txXfrm>
    </dsp:sp>
    <dsp:sp modelId="{F3045536-87B9-4B8B-8B63-2CC375537FB2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Measure </a:t>
          </a:r>
          <a:r>
            <a:rPr lang="en-US" sz="2500" b="1" kern="1200" dirty="0"/>
            <a:t>urine output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Keep </a:t>
          </a:r>
          <a:r>
            <a:rPr lang="en-US" sz="2500" b="1" kern="1200" dirty="0"/>
            <a:t>Sa</a:t>
          </a:r>
          <a:r>
            <a:rPr lang="en-US" sz="2500" b="1" kern="1200" cap="small" baseline="-15000" dirty="0"/>
            <a:t>o</a:t>
          </a:r>
          <a:r>
            <a:rPr lang="en-US" sz="2500" b="1" kern="1200" baseline="-30000" dirty="0"/>
            <a:t>2</a:t>
          </a:r>
          <a:r>
            <a:rPr lang="en-US" sz="2500" kern="1200" dirty="0"/>
            <a:t> ≥ 95% </a:t>
          </a:r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13858-B3F1-4CF6-AA76-926A301629B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A1D8B-A9EE-46F1-BD1A-96F7FFC1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7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A1D8B-A9EE-46F1-BD1A-96F7FFC107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3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A1D8B-A9EE-46F1-BD1A-96F7FFC107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9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ORACLE I</a:t>
            </a:r>
          </a:p>
          <a:p>
            <a:pPr marL="171450" indent="-171450">
              <a:buFontTx/>
              <a:buChar char="-"/>
            </a:pPr>
            <a:r>
              <a:rPr lang="en-US"/>
              <a:t>Clavulanate and NEC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/>
              <a:t>ORACLE II 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A1D8B-A9EE-46F1-BD1A-96F7FFC107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82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A1D8B-A9EE-46F1-BD1A-96F7FFC1071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5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9E92-1640-4200-BC50-1B15F15F5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5B3E6-DEBA-4D48-B895-0316E9B74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FF7C0-07C5-4ADC-9177-C0661C14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2D75-063B-45EF-A17B-6FBD56B3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9C7B9-4BB6-4C8A-A2E6-9FEE9A53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3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9D44-0E82-4FB2-B26E-691014EF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19A38-EFCC-4D6F-B504-B708F0CD3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9A369-1E03-4691-A526-6CEFE295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3220-BCD2-4606-B753-44FF1A7C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6F3EF-7FAB-4E14-AD05-F600B1D9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CF65-22B6-47A2-9E0F-C168CECA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1E405-6B06-4707-8D1A-4B3D58CE4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BB2-3036-48D7-AD0D-A0536518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5718-89B1-48B0-96AE-09630033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EB6E-087C-41C9-BB1E-4B12CAA8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5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F5F1-CC1B-4A20-8CAF-B17A1B3B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26197-7DD9-4FEE-8E73-73D77946A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2BF78-47D3-484C-BDB8-F1A389783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5C1E7-5400-45F6-8B08-F5B22F61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1CDB4-9AF7-440A-BEB4-2301455E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16B70-423D-4490-98E1-198E653E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9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F652-232B-4CFF-A014-C07DA2C5A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C08EF-21A2-487B-82D7-7637DBFA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B64F6-6C86-47FD-B969-6743A0FB3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D3949-3445-421A-A43E-1C39B1A0B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906EC-F1FD-4F6E-AD4B-2C8A7FEDD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37F82-B82F-4D89-B74C-5F7E4A25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99909-E307-4FEB-BF8F-F175F0C3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5E895-459E-4F96-AF5E-24C577B1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5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7177-DABC-4382-B091-B20814E8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CF93D-4CE5-4F6F-948F-04FF32CF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7A478-E129-4BD4-94B3-8A160023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EE6FD-911E-4BDC-A6ED-CDE7EFFC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7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E0640-002E-4558-A1F3-3B33ACB2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E62DC-95F6-46CB-8D12-0431363D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72713-BCE8-46FF-8C24-C0A1F1C4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5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15B6-9AE9-4776-A158-E0320CFD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74FD-8C81-4055-8DD7-62F16A0D7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40F17-FF3A-4A4E-8C3D-FAC1B6B44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5E724-60E6-41CC-A9E3-30329AB8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504DB-B682-4928-8535-8528C3FC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633BB-DDBA-47AF-A89F-3D1BB1F1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6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FEDD-381F-473C-8946-AD5C23CF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AFEE2-579B-465B-AB52-E284BCD68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8A41D-9340-400D-89D9-693B80590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9524E-4F28-46CA-BAC6-B0AC393D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64E3E-289A-45FF-8DCE-020A43045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8D534-50E9-4BA1-B961-C3B6D915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2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A157-68BF-4A30-A357-024F27F3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75C9F-E9C7-4874-8746-0DB8B6473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68878-921D-4878-A275-ADB91EAF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D7940-B20A-4E7A-862B-74B1ECDC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985F-2BE0-4F79-A856-0BCF5958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2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40998-3DAC-4D50-8C09-DB3852A93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8CCE9-9ED7-496D-8339-B4FCE9731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FDCD-A131-4697-BBD8-2CA327F8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8696-2725-4D59-A3AD-CACD419F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B758-FD04-45CA-B278-8A0A562E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3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37EFD-D9D9-44E9-BCF8-FE022086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F5846-732A-4624-A228-EDE367979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F2C7F-968F-408A-83E0-06CA76ABA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AD92A-07F1-49AA-BF06-B877D6CFC0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3D6F3-5A7D-4F29-B3C2-419E850E7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4C8A-2D28-424C-8813-53C28607E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E81E5-411D-4093-B6E2-FF5CB0149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1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2F3F-9A51-4C6B-9618-B86C8A16E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Preterm Prelabor </a:t>
            </a:r>
            <a:br>
              <a:rPr lang="en-US" b="1" dirty="0"/>
            </a:br>
            <a:r>
              <a:rPr lang="en-US" b="1" dirty="0"/>
              <a:t>Rupture of Membranes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37C29-414B-48F7-A515-4CF665863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sz="2800" b="1" dirty="0"/>
              <a:t>Hamdy Bakry Alqenawy, MD</a:t>
            </a:r>
          </a:p>
          <a:p>
            <a:r>
              <a:rPr lang="en-US" dirty="0"/>
              <a:t>Clinical Lecturer in Obstetrics &amp; Gynecology</a:t>
            </a:r>
            <a:br>
              <a:rPr lang="en-US" dirty="0"/>
            </a:br>
            <a:r>
              <a:rPr lang="en-US" dirty="0"/>
              <a:t>Ain Shams University Faculty of Medicine</a:t>
            </a:r>
          </a:p>
        </p:txBody>
      </p:sp>
    </p:spTree>
    <p:extLst>
      <p:ext uri="{BB962C8B-B14F-4D97-AF65-F5344CB8AC3E}">
        <p14:creationId xmlns:p14="http://schemas.microsoft.com/office/powerpoint/2010/main" val="2526452201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B3BD-5E1F-4BD4-AE62-A1CD2F87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E4AF-67FE-42F3-B7AB-DE9B19DF9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</a:p>
          <a:p>
            <a:pPr lvl="1"/>
            <a:r>
              <a:rPr lang="en-US" dirty="0"/>
              <a:t>Definition</a:t>
            </a:r>
          </a:p>
          <a:p>
            <a:pPr lvl="1"/>
            <a:r>
              <a:rPr lang="en-US" dirty="0"/>
              <a:t>Incidence</a:t>
            </a:r>
          </a:p>
          <a:p>
            <a:pPr lvl="1"/>
            <a:r>
              <a:rPr lang="en-US" dirty="0"/>
              <a:t>Risk factors</a:t>
            </a:r>
          </a:p>
          <a:p>
            <a:r>
              <a:rPr lang="en-US" dirty="0"/>
              <a:t>Clinical evaluation</a:t>
            </a:r>
          </a:p>
          <a:p>
            <a:r>
              <a:rPr lang="en-US" dirty="0"/>
              <a:t>Management</a:t>
            </a:r>
          </a:p>
          <a:p>
            <a:r>
              <a:rPr lang="en-US" dirty="0"/>
              <a:t>Complications </a:t>
            </a:r>
          </a:p>
          <a:p>
            <a:endParaRPr lang="en-US" dirty="0"/>
          </a:p>
          <a:p>
            <a:r>
              <a:rPr lang="en-US" dirty="0"/>
              <a:t>SEPSIS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16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5F5E-4AEC-4EEE-9AC9-96B7F3F8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3C00-99FF-4773-B52C-14EB4EC8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ROM:</a:t>
            </a:r>
            <a:r>
              <a:rPr lang="en-US" dirty="0"/>
              <a:t> </a:t>
            </a:r>
            <a:r>
              <a:rPr lang="en-US" u="sng" dirty="0"/>
              <a:t>spontaneous</a:t>
            </a:r>
            <a:r>
              <a:rPr lang="en-US" dirty="0"/>
              <a:t> rupture of the fetal membrane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dirty="0"/>
              <a:t> (amnion and chorion) </a:t>
            </a:r>
            <a:r>
              <a:rPr lang="en-US" u="sng" dirty="0"/>
              <a:t>after</a:t>
            </a:r>
            <a:r>
              <a:rPr lang="en-US" dirty="0"/>
              <a:t> the onset of labor in a </a:t>
            </a:r>
            <a:r>
              <a:rPr lang="en-US" u="sng" dirty="0"/>
              <a:t>term</a:t>
            </a:r>
            <a:r>
              <a:rPr lang="en-US" dirty="0"/>
              <a:t> pregnancy (≥ 37 </a:t>
            </a:r>
            <a:r>
              <a:rPr lang="en-US" dirty="0" err="1"/>
              <a:t>wk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Latency period:</a:t>
            </a:r>
            <a:r>
              <a:rPr lang="en-US" dirty="0"/>
              <a:t> the time from PROM (or P-PROM) to onset of labor.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4B8B1C-28EB-448F-B1B4-73957EB6B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962521"/>
              </p:ext>
            </p:extLst>
          </p:nvPr>
        </p:nvGraphicFramePr>
        <p:xfrm>
          <a:off x="838200" y="2820194"/>
          <a:ext cx="99109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1375">
                  <a:extLst>
                    <a:ext uri="{9D8B030D-6E8A-4147-A177-3AD203B41FA5}">
                      <a16:colId xmlns:a16="http://schemas.microsoft.com/office/drawing/2014/main" val="2274338308"/>
                    </a:ext>
                  </a:extLst>
                </a:gridCol>
                <a:gridCol w="3379697">
                  <a:extLst>
                    <a:ext uri="{9D8B030D-6E8A-4147-A177-3AD203B41FA5}">
                      <a16:colId xmlns:a16="http://schemas.microsoft.com/office/drawing/2014/main" val="692041742"/>
                    </a:ext>
                  </a:extLst>
                </a:gridCol>
                <a:gridCol w="3149843">
                  <a:extLst>
                    <a:ext uri="{9D8B030D-6E8A-4147-A177-3AD203B41FA5}">
                      <a16:colId xmlns:a16="http://schemas.microsoft.com/office/drawing/2014/main" val="2499363443"/>
                    </a:ext>
                  </a:extLst>
                </a:gridCol>
              </a:tblGrid>
              <a:tr h="300069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Labor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38238"/>
                  </a:ext>
                </a:extLst>
              </a:tr>
              <a:tr h="300069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>
                          <a:tab pos="1971675" algn="l"/>
                        </a:tabLst>
                      </a:pPr>
                      <a:r>
                        <a:rPr lang="en-US" sz="2400" dirty="0"/>
                        <a:t>      term 	(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≥ </a:t>
                      </a:r>
                      <a:r>
                        <a:rPr lang="en-US" sz="2400" dirty="0"/>
                        <a:t>37 </a:t>
                      </a:r>
                      <a:r>
                        <a:rPr lang="en-US" sz="2400" dirty="0" err="1"/>
                        <a:t>wk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after onset of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474477"/>
                  </a:ext>
                </a:extLst>
              </a:tr>
              <a:tr h="300069">
                <a:tc>
                  <a:txBody>
                    <a:bodyPr/>
                    <a:lstStyle/>
                    <a:p>
                      <a:pPr algn="r"/>
                      <a:r>
                        <a:rPr lang="en-US" sz="2400" b="1" i="0" u="none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relabor ROM = </a:t>
                      </a:r>
                      <a:r>
                        <a:rPr lang="en-US" sz="2400" b="1" dirty="0">
                          <a:solidFill>
                            <a:schemeClr val="accent1"/>
                          </a:solidFill>
                        </a:rPr>
                        <a:t>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>
                          <a:tab pos="1971675" algn="l"/>
                        </a:tabLst>
                      </a:pPr>
                      <a:r>
                        <a:rPr lang="en-US" sz="2400" dirty="0"/>
                        <a:t>      term 	(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≥ </a:t>
                      </a:r>
                      <a:r>
                        <a:rPr lang="en-US" sz="2400" dirty="0"/>
                        <a:t>37 </a:t>
                      </a:r>
                      <a:r>
                        <a:rPr lang="en-US" sz="2400" dirty="0" err="1"/>
                        <a:t>wk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before onset of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222828"/>
                  </a:ext>
                </a:extLst>
              </a:tr>
              <a:tr h="300069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Preterm</a:t>
                      </a:r>
                      <a:r>
                        <a:rPr lang="en-US" sz="2400" b="1" dirty="0">
                          <a:solidFill>
                            <a:schemeClr val="accent1"/>
                          </a:solidFill>
                        </a:rPr>
                        <a:t> PROM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sz="2400" b="1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PPROM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>
                          <a:tab pos="2066925" algn="l"/>
                        </a:tabLst>
                      </a:pPr>
                      <a:r>
                        <a:rPr lang="en-US" sz="2400" dirty="0"/>
                        <a:t>preterm (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≥ 24 – &lt; </a:t>
                      </a:r>
                      <a:r>
                        <a:rPr lang="en-US" sz="2400" dirty="0"/>
                        <a:t>37 </a:t>
                      </a:r>
                      <a:r>
                        <a:rPr lang="en-US" sz="2400" dirty="0" err="1"/>
                        <a:t>wk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before onset of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434299"/>
                  </a:ext>
                </a:extLst>
              </a:tr>
              <a:tr h="300069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Previable 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&lt; 24 </a:t>
                      </a:r>
                      <a:r>
                        <a:rPr lang="en-US" sz="2400" dirty="0" err="1"/>
                        <a:t>wk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5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05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725C-52D6-41D0-BAC8-6F85251E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Definitions 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BC610289-BD5F-669D-D8E5-A72A1CEEB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83628"/>
              </p:ext>
            </p:extLst>
          </p:nvPr>
        </p:nvGraphicFramePr>
        <p:xfrm>
          <a:off x="233934" y="2568098"/>
          <a:ext cx="11724132" cy="1721804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79146">
                  <a:extLst>
                    <a:ext uri="{9D8B030D-6E8A-4147-A177-3AD203B41FA5}">
                      <a16:colId xmlns:a16="http://schemas.microsoft.com/office/drawing/2014/main" val="413447223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729277649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93948248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4255160306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07224186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4152307397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08711881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18520853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59682491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47984083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76609204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35073429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48495312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495828431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48823524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69673197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24255081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5974818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18795199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43791744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26775531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87941863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40668371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112594659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331792941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11634214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00731989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052521787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55873227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77010650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090721500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4109409619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263151543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78673777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279063155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26855754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661265287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444599595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573849368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305411713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412025582"/>
                    </a:ext>
                  </a:extLst>
                </a:gridCol>
                <a:gridCol w="279146">
                  <a:extLst>
                    <a:ext uri="{9D8B030D-6E8A-4147-A177-3AD203B41FA5}">
                      <a16:colId xmlns:a16="http://schemas.microsoft.com/office/drawing/2014/main" val="1671990899"/>
                    </a:ext>
                  </a:extLst>
                </a:gridCol>
              </a:tblGrid>
              <a:tr h="228600">
                <a:tc gridSpan="11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Inevitable miscarriage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Previable ROM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Preterm PROM</a:t>
                      </a:r>
                      <a:endParaRPr lang="en-US" sz="2000" dirty="0"/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Term PROM</a:t>
                      </a:r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6577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81876112"/>
                  </a:ext>
                </a:extLst>
              </a:tr>
              <a:tr h="1036004">
                <a:tc gridSpan="11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Early miscarriage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miscarriage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Extremely PT</a:t>
                      </a:r>
                    </a:p>
                  </a:txBody>
                  <a:tcPr marL="45720" marR="4572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PT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Moderate PT</a:t>
                      </a:r>
                    </a:p>
                  </a:txBody>
                  <a:tcPr marL="45720" marR="45720" vert="vert27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PT</a:t>
                      </a:r>
                    </a:p>
                  </a:txBody>
                  <a:tcPr marL="45720" marR="4572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 term</a:t>
                      </a:r>
                    </a:p>
                  </a:txBody>
                  <a:tcPr marL="45720" marR="4572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Full term</a:t>
                      </a:r>
                    </a:p>
                  </a:txBody>
                  <a:tcPr marL="45720" marR="4572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term</a:t>
                      </a:r>
                    </a:p>
                  </a:txBody>
                  <a:tcPr marL="45720" marR="45720" vert="vert27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 term</a:t>
                      </a:r>
                    </a:p>
                  </a:txBody>
                  <a:tcPr marL="45720" marR="45720" vert="vert27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5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63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A55C-1D6C-477C-BC4F-F24D62E2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Is it common? Is it important?</a:t>
            </a:r>
            <a:br>
              <a:rPr lang="en-US" dirty="0"/>
            </a:br>
            <a:r>
              <a:rPr lang="en-US" dirty="0"/>
              <a:t>Incidence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A4BD1-7BF0-454A-9957-31912994F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200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Term PROM </a:t>
            </a:r>
            <a:r>
              <a:rPr lang="en-US" sz="1800" dirty="0"/>
              <a:t>(37 </a:t>
            </a:r>
            <a:r>
              <a:rPr lang="en-US" sz="1800" dirty="0" err="1"/>
              <a:t>wk</a:t>
            </a:r>
            <a:r>
              <a:rPr lang="en-US" sz="1800" dirty="0"/>
              <a:t> or more, before onset of labor)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8% of term pregnancies </a:t>
            </a:r>
          </a:p>
          <a:p>
            <a:pPr>
              <a:lnSpc>
                <a:spcPct val="100000"/>
              </a:lnSpc>
            </a:pPr>
            <a:r>
              <a:rPr lang="en-US" dirty="0"/>
              <a:t>Preterm PROM </a:t>
            </a:r>
            <a:r>
              <a:rPr lang="en-US" sz="1800" dirty="0"/>
              <a:t>(before 37 </a:t>
            </a:r>
            <a:r>
              <a:rPr lang="en-US" sz="1800" dirty="0" err="1"/>
              <a:t>wk</a:t>
            </a:r>
            <a:r>
              <a:rPr lang="en-US" sz="1800" dirty="0"/>
              <a:t>, before onset of labor)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30% of preterm births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8FDD8-72D2-EA50-BA48-395F3B4C52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PPROM &lt; 26 weeks</a:t>
            </a:r>
          </a:p>
          <a:p>
            <a:pPr lvl="1"/>
            <a:r>
              <a:rPr lang="en-US" dirty="0"/>
              <a:t>50% 	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labor within 1 week</a:t>
            </a:r>
          </a:p>
          <a:p>
            <a:r>
              <a:rPr lang="en-US" dirty="0"/>
              <a:t>PPROM between 28–34 weeks </a:t>
            </a:r>
          </a:p>
          <a:p>
            <a:pPr lvl="1">
              <a:tabLst>
                <a:tab pos="1795463" algn="l"/>
              </a:tabLst>
            </a:pPr>
            <a:r>
              <a:rPr lang="en-US" dirty="0"/>
              <a:t>50% 	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labor within 24 hours</a:t>
            </a:r>
          </a:p>
          <a:p>
            <a:pPr lvl="1">
              <a:tabLst>
                <a:tab pos="1795463" algn="l"/>
              </a:tabLst>
            </a:pPr>
            <a:r>
              <a:rPr lang="en-US" dirty="0"/>
              <a:t>80–90% 	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labor within 1 week</a:t>
            </a:r>
          </a:p>
        </p:txBody>
      </p:sp>
    </p:spTree>
    <p:extLst>
      <p:ext uri="{BB962C8B-B14F-4D97-AF65-F5344CB8AC3E}">
        <p14:creationId xmlns:p14="http://schemas.microsoft.com/office/powerpoint/2010/main" val="71569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FC8F-A663-4659-8FE3-44BAB5F2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928D1-0584-4020-A778-960820CF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0000" cy="4351338"/>
          </a:xfrm>
        </p:spPr>
        <p:txBody>
          <a:bodyPr>
            <a:normAutofit/>
          </a:bodyPr>
          <a:lstStyle/>
          <a:p>
            <a:r>
              <a:rPr lang="en-US" dirty="0"/>
              <a:t>Previous PPROM (3x)</a:t>
            </a:r>
          </a:p>
          <a:p>
            <a:r>
              <a:rPr lang="en-US" dirty="0"/>
              <a:t>Genital tract infection (particularly bacterial vaginosis)</a:t>
            </a:r>
            <a:endParaRPr lang="en-US" dirty="0">
              <a:latin typeface="Monotype Corsiva" pitchFamily="66" charset="0"/>
            </a:endParaRPr>
          </a:p>
          <a:p>
            <a:r>
              <a:rPr lang="en-US" dirty="0"/>
              <a:t>Antepartum bleeding in more than one trimester (3–7 x)</a:t>
            </a:r>
          </a:p>
          <a:p>
            <a:r>
              <a:rPr lang="en-US" dirty="0"/>
              <a:t>Cigarette smoking (2–4 x)</a:t>
            </a:r>
          </a:p>
          <a:p>
            <a:r>
              <a:rPr lang="en-US" dirty="0"/>
              <a:t>Cervical incompetence</a:t>
            </a:r>
          </a:p>
          <a:p>
            <a:r>
              <a:rPr lang="en-US" dirty="0"/>
              <a:t>Increased intra-amniotic pressure (multifetal pregnancy, polyhydramnios)</a:t>
            </a:r>
          </a:p>
          <a:p>
            <a:r>
              <a:rPr lang="en-US" dirty="0"/>
              <a:t>Iatrogenic (amniocentesis, cerclage, ECV)</a:t>
            </a:r>
          </a:p>
          <a:p>
            <a:r>
              <a:rPr lang="en-US" dirty="0"/>
              <a:t>Idiopathic</a:t>
            </a:r>
          </a:p>
        </p:txBody>
      </p:sp>
    </p:spTree>
    <p:extLst>
      <p:ext uri="{BB962C8B-B14F-4D97-AF65-F5344CB8AC3E}">
        <p14:creationId xmlns:p14="http://schemas.microsoft.com/office/powerpoint/2010/main" val="301471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5D72-D2F3-4FE5-9407-88DB1B1D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EAD64-BF19-446A-9394-18CFB6F06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provisional diagnosis, we should collect data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Obtain relevant history and identify the risk factors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Confirm the diagnosis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Rule out complications</a:t>
            </a:r>
          </a:p>
        </p:txBody>
      </p:sp>
    </p:spTree>
    <p:extLst>
      <p:ext uri="{BB962C8B-B14F-4D97-AF65-F5344CB8AC3E}">
        <p14:creationId xmlns:p14="http://schemas.microsoft.com/office/powerpoint/2010/main" val="367345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D0E7-4D09-4F4B-9162-CA362580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00000"/>
                </a:solidFill>
              </a:rPr>
              <a:t>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2382-6AEF-4257-8322-7CA376F39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Chorioamnionitis = intra-amniotic infection/inflammation</a:t>
            </a:r>
          </a:p>
          <a:p>
            <a:r>
              <a:rPr lang="en-US" dirty="0"/>
              <a:t>Preterm labor</a:t>
            </a:r>
          </a:p>
          <a:p>
            <a:r>
              <a:rPr lang="en-US" dirty="0"/>
              <a:t>Placental abruption: Possibly due to the progressive decrease in intrauterine surface area and sudden decrease in </a:t>
            </a:r>
            <a:r>
              <a:rPr lang="en-US" dirty="0" err="1"/>
              <a:t>intramniotic</a:t>
            </a:r>
            <a:r>
              <a:rPr lang="en-US" dirty="0"/>
              <a:t> pressure especially in cases of polyhydramnios.  </a:t>
            </a:r>
          </a:p>
          <a:p>
            <a:r>
              <a:rPr lang="en-US" dirty="0"/>
              <a:t>Of oligohydramnios: pulmonary hypoplasia, contractures</a:t>
            </a:r>
          </a:p>
          <a:p>
            <a:r>
              <a:rPr lang="en-US" dirty="0"/>
              <a:t>VTE: due to prolonged bed rest (?)</a:t>
            </a:r>
          </a:p>
          <a:p>
            <a:r>
              <a:rPr lang="en-US" dirty="0"/>
              <a:t>Fetal/neonatal distress, due to:  </a:t>
            </a:r>
          </a:p>
          <a:p>
            <a:pPr lvl="1"/>
            <a:r>
              <a:rPr lang="en-US" dirty="0"/>
              <a:t>Cord compression, prolapse, cord vessels spasm, or infection.  </a:t>
            </a:r>
          </a:p>
          <a:p>
            <a:pPr lvl="1"/>
            <a:r>
              <a:rPr lang="en-US" dirty="0"/>
              <a:t>Fetal compromise secondary to maternal fever and chorioamnionitis.</a:t>
            </a:r>
          </a:p>
        </p:txBody>
      </p:sp>
    </p:spTree>
    <p:extLst>
      <p:ext uri="{BB962C8B-B14F-4D97-AF65-F5344CB8AC3E}">
        <p14:creationId xmlns:p14="http://schemas.microsoft.com/office/powerpoint/2010/main" val="364834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CCB-8DE4-4F89-AED8-4A3127BC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F490-5AB8-4905-A954-8C58BBD7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History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Gush of watery vaginal fluid followed by recurrent dampness</a:t>
            </a:r>
          </a:p>
          <a:p>
            <a:pPr lvl="1"/>
            <a:r>
              <a:rPr lang="en-US" dirty="0"/>
              <a:t>History of risk factors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Symptoms of complications</a:t>
            </a:r>
            <a:r>
              <a:rPr lang="en-US" dirty="0"/>
              <a:t>: fever, contractions, pain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Examination</a:t>
            </a:r>
            <a:r>
              <a:rPr lang="en-US" dirty="0"/>
              <a:t> (check for </a:t>
            </a:r>
            <a:r>
              <a:rPr lang="en-US" dirty="0">
                <a:solidFill>
                  <a:srgbClr val="FF0000"/>
                </a:solidFill>
              </a:rPr>
              <a:t>signs of complications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General: pulse and temperature </a:t>
            </a:r>
            <a:r>
              <a:rPr lang="en-US" i="1" dirty="0"/>
              <a:t>(chorioamnionitis)</a:t>
            </a:r>
          </a:p>
          <a:p>
            <a:pPr lvl="1"/>
            <a:r>
              <a:rPr lang="en-US" dirty="0"/>
              <a:t>Abdominal: FL &lt; GA</a:t>
            </a:r>
          </a:p>
          <a:p>
            <a:pPr lvl="2"/>
            <a:r>
              <a:rPr lang="en-US" dirty="0"/>
              <a:t>FL &gt; GA </a:t>
            </a:r>
            <a:r>
              <a:rPr lang="en-US" i="1" dirty="0"/>
              <a:t>(</a:t>
            </a:r>
            <a:r>
              <a:rPr lang="en-US" i="1" dirty="0">
                <a:solidFill>
                  <a:srgbClr val="FF0000"/>
                </a:solidFill>
              </a:rPr>
              <a:t>abruption</a:t>
            </a:r>
            <a:r>
              <a:rPr lang="en-US" i="1" dirty="0"/>
              <a:t>)</a:t>
            </a:r>
          </a:p>
          <a:p>
            <a:pPr lvl="2"/>
            <a:r>
              <a:rPr lang="en-US" dirty="0"/>
              <a:t>tenderness </a:t>
            </a:r>
            <a:r>
              <a:rPr lang="en-US" i="1" dirty="0"/>
              <a:t>(</a:t>
            </a:r>
            <a:r>
              <a:rPr lang="en-US" i="1" dirty="0">
                <a:solidFill>
                  <a:srgbClr val="FF0000"/>
                </a:solidFill>
              </a:rPr>
              <a:t>chorioamnionitis</a:t>
            </a:r>
            <a:r>
              <a:rPr lang="en-US" i="1" dirty="0"/>
              <a:t>)</a:t>
            </a:r>
          </a:p>
          <a:p>
            <a:pPr lvl="2"/>
            <a:r>
              <a:rPr lang="en-US" dirty="0"/>
              <a:t>contractions </a:t>
            </a:r>
            <a:r>
              <a:rPr lang="en-US" i="1" dirty="0"/>
              <a:t>(</a:t>
            </a:r>
            <a:r>
              <a:rPr lang="en-US" i="1" dirty="0">
                <a:solidFill>
                  <a:srgbClr val="FF0000"/>
                </a:solidFill>
              </a:rPr>
              <a:t>PTL</a:t>
            </a:r>
            <a:r>
              <a:rPr lang="en-US" i="1" dirty="0"/>
              <a:t>)</a:t>
            </a:r>
          </a:p>
          <a:p>
            <a:pPr lvl="2"/>
            <a:r>
              <a:rPr lang="en-US" dirty="0"/>
              <a:t>FHR</a:t>
            </a:r>
            <a:r>
              <a:rPr lang="en-US" i="1" dirty="0"/>
              <a:t> (fetal tachycardia .. earliest sign of chorioamnionitis)</a:t>
            </a:r>
          </a:p>
          <a:p>
            <a:pPr lvl="1"/>
            <a:r>
              <a:rPr lang="en-US" dirty="0"/>
              <a:t>Vaginal: ?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A5679-EA41-FF44-07FB-02019BD64130}"/>
              </a:ext>
            </a:extLst>
          </p:cNvPr>
          <p:cNvSpPr txBox="1"/>
          <p:nvPr/>
        </p:nvSpPr>
        <p:spPr>
          <a:xfrm>
            <a:off x="8966120" y="2060337"/>
            <a:ext cx="2916000" cy="16344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DDx</a:t>
            </a:r>
          </a:p>
          <a:p>
            <a:pPr marL="216000" indent="-180000">
              <a:buFont typeface="Arial" panose="020B0604020202020204" pitchFamily="34" charset="0"/>
              <a:buChar char="•"/>
            </a:pPr>
            <a:r>
              <a:rPr lang="en-US" dirty="0"/>
              <a:t>Leucorrhea </a:t>
            </a:r>
            <a:r>
              <a:rPr lang="en-US" sz="1100" dirty="0"/>
              <a:t>(excessive normal vaginal discharge) </a:t>
            </a:r>
            <a:r>
              <a:rPr lang="en-US" dirty="0"/>
              <a:t>of pregnancy</a:t>
            </a:r>
          </a:p>
          <a:p>
            <a:pPr marL="216000" indent="-180000">
              <a:buFont typeface="Arial" panose="020B0604020202020204" pitchFamily="34" charset="0"/>
              <a:buChar char="•"/>
            </a:pPr>
            <a:r>
              <a:rPr lang="en-US" dirty="0"/>
              <a:t>Cervicovaginal infection</a:t>
            </a:r>
          </a:p>
          <a:p>
            <a:pPr marL="216000" indent="-180000">
              <a:buFont typeface="Arial" panose="020B0604020202020204" pitchFamily="34" charset="0"/>
              <a:buChar char="•"/>
            </a:pPr>
            <a:r>
              <a:rPr lang="en-US" dirty="0"/>
              <a:t>Urinary incontinence</a:t>
            </a:r>
          </a:p>
        </p:txBody>
      </p:sp>
    </p:spTree>
    <p:extLst>
      <p:ext uri="{BB962C8B-B14F-4D97-AF65-F5344CB8AC3E}">
        <p14:creationId xmlns:p14="http://schemas.microsoft.com/office/powerpoint/2010/main" val="36818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290237-EF76-0C2E-3252-3611C7D69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183" y="0"/>
            <a:ext cx="3120818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C9C3F-22A6-4A62-8364-CBBAEEEB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Next?</a:t>
            </a:r>
            <a:br>
              <a:rPr lang="en-US"/>
            </a:br>
            <a:r>
              <a:rPr lang="en-US"/>
              <a:t>“Confirm” the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314D-086C-415B-B6DB-A3054672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SSE: </a:t>
            </a:r>
            <a:r>
              <a:rPr lang="en-US" sz="3200" dirty="0">
                <a:solidFill>
                  <a:srgbClr val="FF0000"/>
                </a:solidFill>
              </a:rPr>
              <a:t>sterile</a:t>
            </a:r>
            <a:r>
              <a:rPr lang="en-US" sz="3200" dirty="0"/>
              <a:t> </a:t>
            </a:r>
            <a:r>
              <a:rPr lang="en-US" sz="3200" u="sng" dirty="0"/>
              <a:t>speculum</a:t>
            </a:r>
            <a:r>
              <a:rPr lang="en-US" sz="3200" dirty="0"/>
              <a:t> examination</a:t>
            </a:r>
          </a:p>
          <a:p>
            <a:pPr lvl="1"/>
            <a:r>
              <a:rPr lang="en-US" sz="2800" dirty="0"/>
              <a:t>To confirm </a:t>
            </a:r>
            <a:r>
              <a:rPr lang="en-US" sz="2800" b="1" dirty="0"/>
              <a:t>membrane rupture</a:t>
            </a:r>
          </a:p>
          <a:p>
            <a:pPr lvl="2"/>
            <a:r>
              <a:rPr lang="en-US" sz="2400" dirty="0"/>
              <a:t>pooling of amniotic ﬂuid in the posterior fornix</a:t>
            </a:r>
          </a:p>
          <a:p>
            <a:pPr lvl="2"/>
            <a:r>
              <a:rPr lang="en-US" sz="2400" dirty="0"/>
              <a:t>passage of amniotic ﬂuid from the cervical canal (with Valsalva) </a:t>
            </a:r>
          </a:p>
          <a:p>
            <a:pPr lvl="2"/>
            <a:r>
              <a:rPr lang="en-US" sz="2400" dirty="0"/>
              <a:t>POCT … ?</a:t>
            </a:r>
          </a:p>
          <a:p>
            <a:pPr lvl="1"/>
            <a:r>
              <a:rPr lang="en-US" sz="2800" dirty="0"/>
              <a:t>To rule out </a:t>
            </a:r>
            <a:r>
              <a:rPr lang="en-US" sz="2800" b="1" dirty="0"/>
              <a:t>cervical changes</a:t>
            </a:r>
          </a:p>
          <a:p>
            <a:pPr lvl="1"/>
            <a:r>
              <a:rPr lang="en-US" sz="2800" dirty="0"/>
              <a:t>To rule out </a:t>
            </a:r>
            <a:r>
              <a:rPr lang="en-US" sz="2800" b="1" dirty="0"/>
              <a:t>cord prolapse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48703-6272-B8FC-1B13-CBC63580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339" y="4741245"/>
            <a:ext cx="2116755" cy="2116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21DBA-D75D-2B2C-27DD-2E7944B05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584" y="4741245"/>
            <a:ext cx="2116755" cy="2116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668F7-0F37-A695-A4F0-DFACCE519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7618" y="4443619"/>
            <a:ext cx="2414381" cy="24143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898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7BD4-75B0-4791-8811-2FAE3E3D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6C7A-CAB7-498D-8743-54E8329A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Point-of-care testing (POCT)</a:t>
            </a:r>
          </a:p>
          <a:p>
            <a:pPr lvl="1"/>
            <a:r>
              <a:rPr lang="en-US" dirty="0" err="1"/>
              <a:t>Nitrazine</a:t>
            </a:r>
            <a:r>
              <a:rPr lang="en-US" dirty="0"/>
              <a:t> test </a:t>
            </a:r>
          </a:p>
          <a:p>
            <a:pPr lvl="1"/>
            <a:r>
              <a:rPr lang="en-US" dirty="0" err="1"/>
              <a:t>Ferning</a:t>
            </a:r>
            <a:endParaRPr lang="en-US" dirty="0"/>
          </a:p>
          <a:p>
            <a:pPr lvl="1"/>
            <a:r>
              <a:rPr lang="en-US" dirty="0"/>
              <a:t>PAMG-1 (</a:t>
            </a:r>
            <a:r>
              <a:rPr lang="en-US" dirty="0" err="1"/>
              <a:t>AmniSure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IGFBP-1/AFP (</a:t>
            </a:r>
            <a:r>
              <a:rPr lang="en-US" dirty="0" err="1"/>
              <a:t>AmnioQuick</a:t>
            </a:r>
            <a:r>
              <a:rPr lang="en-US" dirty="0"/>
              <a:t>/ …Duo+)</a:t>
            </a:r>
          </a:p>
          <a:p>
            <a:pPr lvl="1"/>
            <a:r>
              <a:rPr lang="en-US" dirty="0" err="1"/>
              <a:t>fFN</a:t>
            </a:r>
            <a:endParaRPr lang="en-US" dirty="0"/>
          </a:p>
          <a:p>
            <a:r>
              <a:rPr lang="en-US" dirty="0"/>
              <a:t>US</a:t>
            </a:r>
          </a:p>
          <a:p>
            <a:pPr lvl="1"/>
            <a:r>
              <a:rPr lang="en-US" dirty="0"/>
              <a:t>Assessment of AF</a:t>
            </a:r>
          </a:p>
          <a:p>
            <a:pPr lvl="1"/>
            <a:r>
              <a:rPr lang="en-US" dirty="0"/>
              <a:t>Assessment of fetal growth </a:t>
            </a:r>
          </a:p>
          <a:p>
            <a:r>
              <a:rPr lang="en-US" dirty="0"/>
              <a:t>Labs: CBC for leukocytosis, CRP ?</a:t>
            </a:r>
          </a:p>
          <a:p>
            <a:r>
              <a:rPr lang="en-US" dirty="0"/>
              <a:t>… and follow-up </a:t>
            </a:r>
          </a:p>
        </p:txBody>
      </p:sp>
    </p:spTree>
    <p:extLst>
      <p:ext uri="{BB962C8B-B14F-4D97-AF65-F5344CB8AC3E}">
        <p14:creationId xmlns:p14="http://schemas.microsoft.com/office/powerpoint/2010/main" val="221510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08A488-FC5B-3ACB-3A72-CA393D4B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93AABA-A194-D508-3CA8-CC3F62712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2800" dirty="0" err="1"/>
              <a:t>Nitrazine</a:t>
            </a:r>
            <a:r>
              <a:rPr lang="en-US" sz="2800" dirty="0"/>
              <a:t> test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09F2AB-FCEF-B3AE-17B6-7FA926C10B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Normally vaginal pH is 4.5–5.0, while pH of AF is nearly 7.0 </a:t>
            </a:r>
          </a:p>
          <a:p>
            <a:r>
              <a:rPr lang="en-US" dirty="0" err="1"/>
              <a:t>Nitrazine</a:t>
            </a:r>
            <a:r>
              <a:rPr lang="en-US" dirty="0"/>
              <a:t> turns deep blue at a pH &gt;6. 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EBB168-4379-077F-2C52-937B439D8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n-US" sz="2800" dirty="0" err="1"/>
              <a:t>Ferning</a:t>
            </a:r>
            <a:endParaRPr lang="en-US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F538E6-A7A9-3614-BB54-E3BA86BEE8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Microscopic examination of the vaginal fluid for characteristic </a:t>
            </a:r>
            <a:r>
              <a:rPr lang="en-US" dirty="0" err="1"/>
              <a:t>ferning</a:t>
            </a:r>
            <a:r>
              <a:rPr lang="en-US" dirty="0"/>
              <a:t> of dried AF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339BCB-C2AD-F3FD-231D-4D1D05F9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0" y="4692634"/>
            <a:ext cx="3109496" cy="1102729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72856E5D-B6DE-1E37-86BB-46AC38D51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041" y="4352926"/>
            <a:ext cx="2439584" cy="1782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7EC76F-8A69-3E3B-28F7-1E9FE91C0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076" y="3908118"/>
            <a:ext cx="3407860" cy="267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1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B976-D658-44E7-8A10-43A9339D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D39C-E91E-49F8-80C0-C923551C8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29131" cy="4351338"/>
          </a:xfrm>
        </p:spPr>
        <p:txBody>
          <a:bodyPr/>
          <a:lstStyle/>
          <a:p>
            <a:r>
              <a:rPr lang="en-US" b="1" dirty="0" err="1"/>
              <a:t>AmniSure</a:t>
            </a:r>
            <a:r>
              <a:rPr lang="en-US" b="1" dirty="0"/>
              <a:t> .. </a:t>
            </a:r>
            <a:r>
              <a:rPr lang="en-US" dirty="0"/>
              <a:t>PAMG-1 </a:t>
            </a:r>
          </a:p>
          <a:p>
            <a:pPr marL="457200" lvl="1" indent="0">
              <a:buNone/>
            </a:pPr>
            <a:r>
              <a:rPr lang="en-US" dirty="0"/>
              <a:t>Placental alpha microglobulin-1 </a:t>
            </a:r>
          </a:p>
          <a:p>
            <a:endParaRPr lang="en-US" b="1" dirty="0"/>
          </a:p>
          <a:p>
            <a:r>
              <a:rPr lang="en-US" b="1" dirty="0" err="1"/>
              <a:t>AmnioQuick</a:t>
            </a:r>
            <a:r>
              <a:rPr lang="en-US" b="1" dirty="0"/>
              <a:t> Duo+ .. </a:t>
            </a:r>
            <a:r>
              <a:rPr lang="en-US" dirty="0"/>
              <a:t>IGFBP-1/AFP</a:t>
            </a:r>
          </a:p>
          <a:p>
            <a:pPr marL="457200" lvl="1" indent="0">
              <a:buNone/>
            </a:pPr>
            <a:r>
              <a:rPr lang="en-US" dirty="0"/>
              <a:t>Insulin-like growth factor binding protein-1</a:t>
            </a:r>
          </a:p>
          <a:p>
            <a:pPr marL="457200" lvl="1" indent="0">
              <a:buNone/>
            </a:pPr>
            <a:r>
              <a:rPr lang="en-US" dirty="0"/>
              <a:t>Alpha-fetoprotein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8A2C6B-4A12-47FD-9E4E-A6E839155C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30" y="2113856"/>
            <a:ext cx="5181600" cy="3774876"/>
          </a:xfrm>
          <a:prstGeom prst="rect">
            <a:avLst/>
          </a:prstGeom>
        </p:spPr>
      </p:pic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048A9176-62E6-C4BA-D0E9-42C6DF2C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616" y="1825625"/>
            <a:ext cx="451413" cy="45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4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BF9B-F17A-4BCB-AADF-371F3286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A3631-9E08-AB14-1689-623EDCD9B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Amnio-dye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FDFA-EF17-4741-95C2-7F7BB25FC2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gold-standard</a:t>
            </a:r>
          </a:p>
          <a:p>
            <a:pPr lvl="1"/>
            <a:r>
              <a:rPr lang="en-US" dirty="0"/>
              <a:t>Injecting indigo carmine transabdominally under US guidance </a:t>
            </a:r>
          </a:p>
          <a:p>
            <a:pPr lvl="1"/>
            <a:r>
              <a:rPr lang="en-US" dirty="0"/>
              <a:t>Dye detected vaginally </a:t>
            </a:r>
          </a:p>
          <a:p>
            <a:r>
              <a:rPr lang="en-US" dirty="0"/>
              <a:t>Never done </a:t>
            </a:r>
            <a:r>
              <a:rPr lang="en-US" dirty="0">
                <a:sym typeface="Wingdings" panose="05000000000000000000" pitchFamily="2" charset="2"/>
              </a:rPr>
              <a:t>; risk of infection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D1FB4-BBB4-4636-5081-CFB6C1F69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Pad test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5951B-9CC3-30B5-35C9-D3B32E551CC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If diagnostic uncertainty remains following presentation, clinical assessment and point-of-care testing, .. Repeated dry pads argue against the diagnosis.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1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0F61-9050-4C43-80F2-6B92757A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EC63-F95C-4DCE-B511-8064443C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Digital</a:t>
            </a:r>
            <a:r>
              <a:rPr lang="en-US" sz="3200" dirty="0">
                <a:solidFill>
                  <a:srgbClr val="FF0000"/>
                </a:solidFill>
              </a:rPr>
              <a:t> vaginal examination </a:t>
            </a:r>
            <a:r>
              <a:rPr lang="en-US" sz="3200" dirty="0"/>
              <a:t>(unless delivery is imminent)</a:t>
            </a:r>
          </a:p>
          <a:p>
            <a:pPr lvl="1"/>
            <a:r>
              <a:rPr lang="en-US" sz="2800" dirty="0"/>
              <a:t>increases the risk of infection</a:t>
            </a:r>
          </a:p>
          <a:p>
            <a:pPr lvl="1"/>
            <a:r>
              <a:rPr lang="en-US" sz="2800" dirty="0"/>
              <a:t>decreases the latency period</a:t>
            </a:r>
          </a:p>
        </p:txBody>
      </p:sp>
    </p:spTree>
    <p:extLst>
      <p:ext uri="{BB962C8B-B14F-4D97-AF65-F5344CB8AC3E}">
        <p14:creationId xmlns:p14="http://schemas.microsoft.com/office/powerpoint/2010/main" val="134167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9649-75B3-4958-893B-185AB8F4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Management outline for (P)PROM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8C50-9108-4B9A-96CD-21BAA2E4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0000" cy="4351338"/>
          </a:xfrm>
        </p:spPr>
        <p:txBody>
          <a:bodyPr anchor="b">
            <a:normAutofit/>
          </a:bodyPr>
          <a:lstStyle/>
          <a:p>
            <a:r>
              <a:rPr lang="en-US" sz="2400" dirty="0"/>
              <a:t>The goals are to screen for underlying </a:t>
            </a:r>
            <a:r>
              <a:rPr lang="en-US" sz="2400" dirty="0">
                <a:solidFill>
                  <a:srgbClr val="FF0000"/>
                </a:solidFill>
              </a:rPr>
              <a:t>chorioamnionitis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FF0000"/>
                </a:solidFill>
              </a:rPr>
              <a:t>placental abruption</a:t>
            </a:r>
            <a:r>
              <a:rPr lang="en-US" sz="2400" dirty="0"/>
              <a:t>, and deliver if complications are identified. </a:t>
            </a:r>
          </a:p>
          <a:p>
            <a:r>
              <a:rPr lang="en-US" sz="2400" dirty="0"/>
              <a:t>Otherwise, prolonging the latency period is desired, depending on gestational age.</a:t>
            </a:r>
          </a:p>
          <a:p>
            <a:endParaRPr lang="en-US" sz="2400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C610289-BD5F-669D-D8E5-A72A1CEEB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75737"/>
              </p:ext>
            </p:extLst>
          </p:nvPr>
        </p:nvGraphicFramePr>
        <p:xfrm>
          <a:off x="838197" y="1825625"/>
          <a:ext cx="10515603" cy="2361884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339213">
                  <a:extLst>
                    <a:ext uri="{9D8B030D-6E8A-4147-A177-3AD203B41FA5}">
                      <a16:colId xmlns:a16="http://schemas.microsoft.com/office/drawing/2014/main" val="2350734295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484953120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495828431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488235248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696731978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24255081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59748180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187951990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437917445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267755310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879418638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40668371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112594659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331792941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11634214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00731989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052521787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55873227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770106505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090721500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4109409619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263151543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78673777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2790631558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26855754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661265287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444599595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573849368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305411713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412025582"/>
                    </a:ext>
                  </a:extLst>
                </a:gridCol>
                <a:gridCol w="339213">
                  <a:extLst>
                    <a:ext uri="{9D8B030D-6E8A-4147-A177-3AD203B41FA5}">
                      <a16:colId xmlns:a16="http://schemas.microsoft.com/office/drawing/2014/main" val="1671990899"/>
                    </a:ext>
                  </a:extLst>
                </a:gridCol>
              </a:tblGrid>
              <a:tr h="228600"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Termination of pregnancy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TOP </a:t>
                      </a:r>
                      <a:r>
                        <a:rPr lang="en-US" i="1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or</a:t>
                      </a:r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Expectant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Expectant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Expectant </a:t>
                      </a:r>
                      <a:r>
                        <a:rPr lang="en-US" i="1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or</a:t>
                      </a:r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Deliver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Deliver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252124"/>
                  </a:ext>
                </a:extLst>
              </a:tr>
              <a:tr h="228600"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Previable ROM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6"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P-PROM</a:t>
                      </a:r>
                      <a:endParaRPr lang="en-US" sz="1300" dirty="0"/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l"/>
                      <a:endParaRPr lang="en-US" sz="13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PROM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6577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marL="45720" marR="4572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81876112"/>
                  </a:ext>
                </a:extLst>
              </a:tr>
              <a:tr h="1036004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miscarriage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Extremely PT</a:t>
                      </a:r>
                    </a:p>
                  </a:txBody>
                  <a:tcPr marL="45720" marR="4572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PT</a:t>
                      </a: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Moderate PT</a:t>
                      </a:r>
                    </a:p>
                  </a:txBody>
                  <a:tcPr marL="45720" marR="45720" vert="vert27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PT</a:t>
                      </a:r>
                    </a:p>
                  </a:txBody>
                  <a:tcPr marL="45720" marR="4572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 term</a:t>
                      </a:r>
                    </a:p>
                  </a:txBody>
                  <a:tcPr marL="45720" marR="45720"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Full term</a:t>
                      </a:r>
                    </a:p>
                  </a:txBody>
                  <a:tcPr marL="45720" marR="4572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 term</a:t>
                      </a:r>
                    </a:p>
                  </a:txBody>
                  <a:tcPr marL="45720" marR="45720" vert="vert27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 term</a:t>
                      </a:r>
                    </a:p>
                  </a:txBody>
                  <a:tcPr marL="45720" marR="45720" vert="vert27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5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3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B3CB-4654-4CE7-A35C-54CE03D1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algorithm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79F550-4A5D-484A-BF5A-7A5769810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547702"/>
              </p:ext>
            </p:extLst>
          </p:nvPr>
        </p:nvGraphicFramePr>
        <p:xfrm>
          <a:off x="838200" y="1690689"/>
          <a:ext cx="10515600" cy="4606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216962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B3CB-4654-4CE7-A35C-54CE03D1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PPROM: Management algorithm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79F550-4A5D-484A-BF5A-7A5769810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088647"/>
              </p:ext>
            </p:extLst>
          </p:nvPr>
        </p:nvGraphicFramePr>
        <p:xfrm>
          <a:off x="838200" y="1690689"/>
          <a:ext cx="10515600" cy="4606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756673"/>
      </p:ext>
    </p:extLst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948A-4094-47BA-AC3E-18973A36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A1321-6AD3-4A11-9CAB-30F4FE26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Admission</a:t>
            </a:r>
          </a:p>
          <a:p>
            <a:r>
              <a:rPr lang="en-US" dirty="0"/>
              <a:t>Clinical evaluation (to rule out complications that preclude conservation)</a:t>
            </a:r>
          </a:p>
          <a:p>
            <a:r>
              <a:rPr lang="en-US" dirty="0"/>
              <a:t>Latency </a:t>
            </a:r>
            <a:r>
              <a:rPr lang="en-US" b="1" dirty="0"/>
              <a:t>antibiotics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ACS</a:t>
            </a:r>
            <a:r>
              <a:rPr lang="en-US" dirty="0"/>
              <a:t> (dexamethasone, betamethasone)</a:t>
            </a:r>
          </a:p>
          <a:p>
            <a:r>
              <a:rPr lang="en-US" dirty="0"/>
              <a:t>Neuroprotection (</a:t>
            </a:r>
            <a:r>
              <a:rPr lang="en-US" b="1" dirty="0"/>
              <a:t>MgSO</a:t>
            </a:r>
            <a:r>
              <a:rPr lang="en-US" b="1" baseline="-25000" dirty="0"/>
              <a:t>4</a:t>
            </a:r>
            <a:r>
              <a:rPr lang="en-US" dirty="0"/>
              <a:t> &lt;30/&lt;34 weeks)</a:t>
            </a:r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CD93992-3071-41C9-BB71-CF426C6F4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15262"/>
              </p:ext>
            </p:extLst>
          </p:nvPr>
        </p:nvGraphicFramePr>
        <p:xfrm>
          <a:off x="1296784" y="3246064"/>
          <a:ext cx="1022465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882">
                  <a:extLst>
                    <a:ext uri="{9D8B030D-6E8A-4147-A177-3AD203B41FA5}">
                      <a16:colId xmlns:a16="http://schemas.microsoft.com/office/drawing/2014/main" val="231696473"/>
                    </a:ext>
                  </a:extLst>
                </a:gridCol>
                <a:gridCol w="7080774">
                  <a:extLst>
                    <a:ext uri="{9D8B030D-6E8A-4147-A177-3AD203B41FA5}">
                      <a16:colId xmlns:a16="http://schemas.microsoft.com/office/drawing/2014/main" val="730530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10-day regimen (RCOG)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7-day regimen (ACOG)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28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Erythromycin</a:t>
                      </a:r>
                      <a:r>
                        <a:rPr lang="en-US" sz="2000" dirty="0"/>
                        <a:t> 250 mg PO/6h for 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1793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1" dirty="0"/>
                        <a:t>Azithromycin</a:t>
                      </a:r>
                      <a:r>
                        <a:rPr lang="en-US" sz="2000" dirty="0"/>
                        <a:t> 1 g PO at the time of admission</a:t>
                      </a:r>
                    </a:p>
                    <a:p>
                      <a:pPr marL="0" marR="0" lvl="0" indent="0" algn="l" defTabSz="1793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PLUS</a:t>
                      </a:r>
                      <a:r>
                        <a:rPr lang="en-US" sz="2000" dirty="0"/>
                        <a:t> </a:t>
                      </a:r>
                    </a:p>
                    <a:p>
                      <a:pPr marL="285750" marR="0" lvl="0" indent="-285750" algn="l" defTabSz="1793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1" dirty="0"/>
                        <a:t>Ampicillin</a:t>
                      </a:r>
                      <a:r>
                        <a:rPr lang="en-US" sz="2000" dirty="0"/>
                        <a:t> 2g IV/6h for 48 hours, 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followed by </a:t>
                      </a:r>
                      <a:r>
                        <a:rPr lang="en-US" sz="2000" b="1" dirty="0"/>
                        <a:t>Amoxicillin</a:t>
                      </a:r>
                      <a:r>
                        <a:rPr lang="en-US" sz="2000" dirty="0"/>
                        <a:t> 500 mg PO/8h for an additional 5 days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2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81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9A5C-A079-49DE-85DF-8C6F9784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41CF-A909-4E95-9E98-A55EE7A7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Tocolysis?</a:t>
            </a:r>
          </a:p>
          <a:p>
            <a:pPr lvl="1"/>
            <a:r>
              <a:rPr lang="en-US" sz="2800" dirty="0"/>
              <a:t>Generally contraindicated in PPROM except for extreme prematurity to allow ACS administration.</a:t>
            </a:r>
          </a:p>
          <a:p>
            <a:pPr lvl="1"/>
            <a:r>
              <a:rPr lang="en-US" sz="2800" dirty="0"/>
              <a:t>Contraindicated if </a:t>
            </a:r>
            <a:r>
              <a:rPr lang="en-US" sz="2800" dirty="0" err="1"/>
              <a:t>chorioamnionits</a:t>
            </a:r>
            <a:r>
              <a:rPr lang="en-US" sz="2800" dirty="0"/>
              <a:t> is suspected.</a:t>
            </a:r>
          </a:p>
        </p:txBody>
      </p:sp>
    </p:spTree>
    <p:extLst>
      <p:ext uri="{BB962C8B-B14F-4D97-AF65-F5344CB8AC3E}">
        <p14:creationId xmlns:p14="http://schemas.microsoft.com/office/powerpoint/2010/main" val="244617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09DA-4836-48E9-B8FA-5FA4B1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200" b="1" dirty="0"/>
              <a:t>Chorioamnionitis (CA) / Intra-amniotic infection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29FD-EE88-47A7-BF20-E0E9488E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due to ascending </a:t>
            </a:r>
            <a:r>
              <a:rPr lang="en-US" b="1" dirty="0"/>
              <a:t>polymicrobial</a:t>
            </a:r>
            <a:r>
              <a:rPr lang="en-US" dirty="0"/>
              <a:t> infection:</a:t>
            </a:r>
          </a:p>
          <a:p>
            <a:pPr lvl="1"/>
            <a:r>
              <a:rPr lang="en-US" i="1" dirty="0"/>
              <a:t>Ureaplasma, Mycoplasma, Bacteroides, Gardnerella vaginalis, </a:t>
            </a:r>
            <a:br>
              <a:rPr lang="en-US" i="1" dirty="0"/>
            </a:br>
            <a:r>
              <a:rPr lang="en-US" dirty="0"/>
              <a:t>group B streptococci, </a:t>
            </a:r>
            <a:r>
              <a:rPr lang="en-US" i="1" dirty="0"/>
              <a:t>E. coli</a:t>
            </a:r>
          </a:p>
          <a:p>
            <a:pPr lvl="1"/>
            <a:r>
              <a:rPr lang="en-US" i="1" dirty="0"/>
              <a:t>Listeria</a:t>
            </a:r>
            <a:r>
              <a:rPr lang="en-US" dirty="0"/>
              <a:t> is </a:t>
            </a:r>
            <a:r>
              <a:rPr lang="en-US" u="sng" dirty="0"/>
              <a:t>one</a:t>
            </a:r>
            <a:r>
              <a:rPr lang="en-US" dirty="0"/>
              <a:t> of the organisms that cause CA via bacteremia </a:t>
            </a:r>
          </a:p>
          <a:p>
            <a:r>
              <a:rPr lang="en-US" dirty="0"/>
              <a:t>Risk factors similar to PPROM</a:t>
            </a:r>
          </a:p>
          <a:p>
            <a:r>
              <a:rPr lang="en-US" dirty="0"/>
              <a:t>Beware of: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Sepsis</a:t>
            </a:r>
            <a:r>
              <a:rPr lang="en-US" dirty="0"/>
              <a:t> (maternal/neonatal)</a:t>
            </a:r>
          </a:p>
          <a:p>
            <a:pPr lvl="1"/>
            <a:r>
              <a:rPr lang="en-US" dirty="0"/>
              <a:t>Atonic PPH</a:t>
            </a:r>
          </a:p>
        </p:txBody>
      </p:sp>
    </p:spTree>
    <p:extLst>
      <p:ext uri="{BB962C8B-B14F-4D97-AF65-F5344CB8AC3E}">
        <p14:creationId xmlns:p14="http://schemas.microsoft.com/office/powerpoint/2010/main" val="1442753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943D-66E6-4CFA-BA1F-D6CE3011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of 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4486B-D605-4DAC-AE39-87B231A1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Gold standard: </a:t>
            </a:r>
            <a:r>
              <a:rPr lang="en-US" dirty="0"/>
              <a:t>amniocentesis and culture ❌</a:t>
            </a:r>
          </a:p>
          <a:p>
            <a:r>
              <a:rPr lang="en-US" b="1" dirty="0"/>
              <a:t>Clinical diagnosis:✅</a:t>
            </a:r>
          </a:p>
          <a:p>
            <a:pPr lvl="1"/>
            <a:r>
              <a:rPr lang="en-US" dirty="0"/>
              <a:t>Maternal fever: ≥38 °C  </a:t>
            </a:r>
          </a:p>
          <a:p>
            <a:pPr lvl="1"/>
            <a:r>
              <a:rPr lang="en-US" dirty="0"/>
              <a:t>Plus 2 or more of: </a:t>
            </a:r>
          </a:p>
          <a:p>
            <a:pPr lvl="2"/>
            <a:r>
              <a:rPr lang="en-US" dirty="0"/>
              <a:t>Maternal tachycardia (&gt; 100 bpm) </a:t>
            </a:r>
          </a:p>
          <a:p>
            <a:pPr lvl="2"/>
            <a:r>
              <a:rPr lang="en-US" dirty="0"/>
              <a:t>Fetal tachycardia (&gt; 160 bpm) </a:t>
            </a:r>
          </a:p>
          <a:p>
            <a:pPr lvl="2"/>
            <a:r>
              <a:rPr lang="en-US" dirty="0"/>
              <a:t>Uterine tenderness </a:t>
            </a:r>
          </a:p>
          <a:p>
            <a:pPr lvl="2"/>
            <a:r>
              <a:rPr lang="en-US" dirty="0"/>
              <a:t>Foul odor of the amniotic fluid  </a:t>
            </a:r>
          </a:p>
          <a:p>
            <a:pPr lvl="2"/>
            <a:r>
              <a:rPr lang="en-US" dirty="0"/>
              <a:t>Maternal leukocytosis (&gt; 15,000 /mm</a:t>
            </a:r>
            <a:r>
              <a:rPr lang="en-US" baseline="30000" dirty="0"/>
              <a:t>3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22735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2535-64D1-4AAD-9067-D1780F69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022A6-5794-4672-A803-CCA2AAF37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Control general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2B9E-5B84-4505-A4EF-3081166CA2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ABx</a:t>
            </a:r>
            <a:endParaRPr lang="en-US" b="1" dirty="0"/>
          </a:p>
          <a:p>
            <a:pPr lvl="1"/>
            <a:r>
              <a:rPr lang="en-US" dirty="0"/>
              <a:t>Ampicillin (2 g IV /6h) + Gentamicin (1.5 mg/kg IV/ 8h).  </a:t>
            </a:r>
          </a:p>
          <a:p>
            <a:pPr lvl="1"/>
            <a:r>
              <a:rPr lang="en-US" dirty="0"/>
              <a:t>+ Clindamycin (900 mg IV) to  reduce anaerobic infections in patients undergoing CS.</a:t>
            </a:r>
          </a:p>
          <a:p>
            <a:r>
              <a:rPr lang="en-US" b="1" dirty="0"/>
              <a:t>Antipyretics</a:t>
            </a:r>
            <a:r>
              <a:rPr lang="en-US" dirty="0"/>
              <a:t> to reduce intrapartum fever (and reduce fetal tachycardia)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4A9FE-3856-44F5-8C79-1BAC03BFD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n-US" dirty="0"/>
              <a:t>Expedite Delivery (regardless of GA)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6B57BA-5AA2-4703-9923-109D9BA406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Induction/</a:t>
            </a:r>
            <a:r>
              <a:rPr lang="en-US" b="1" dirty="0"/>
              <a:t>augmentation</a:t>
            </a:r>
            <a:r>
              <a:rPr lang="en-US" dirty="0"/>
              <a:t> </a:t>
            </a:r>
            <a:r>
              <a:rPr lang="en-US" u="sng" dirty="0"/>
              <a:t>vs</a:t>
            </a:r>
            <a:r>
              <a:rPr lang="en-US" dirty="0"/>
              <a:t> </a:t>
            </a:r>
            <a:r>
              <a:rPr lang="en-US" b="1" dirty="0"/>
              <a:t>CS</a:t>
            </a:r>
          </a:p>
          <a:p>
            <a:r>
              <a:rPr lang="en-US" dirty="0"/>
              <a:t>Guard against </a:t>
            </a:r>
            <a:r>
              <a:rPr lang="en-US" dirty="0">
                <a:solidFill>
                  <a:srgbClr val="FF0000"/>
                </a:solidFill>
              </a:rPr>
              <a:t>sepsis</a:t>
            </a:r>
          </a:p>
          <a:p>
            <a:r>
              <a:rPr lang="en-US" dirty="0"/>
              <a:t>Guard against PPH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Anti-D</a:t>
            </a:r>
          </a:p>
          <a:p>
            <a:r>
              <a:rPr lang="en-US" dirty="0"/>
              <a:t>Neonatal care and </a:t>
            </a:r>
            <a:r>
              <a:rPr lang="en-US" dirty="0" err="1"/>
              <a:t>ABx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65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944BE-FEA4-9DB4-EC9B-9B0CBDA3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nut-shell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4C5D0F-63EA-5757-6FE3-FE9793029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history of a gush of fluid or a trickle causing a woman to be constantly wet may suggest the diagnosis</a:t>
            </a:r>
          </a:p>
          <a:p>
            <a:r>
              <a:rPr lang="en-US" dirty="0"/>
              <a:t>Physical examination should include </a:t>
            </a:r>
            <a:r>
              <a:rPr lang="en-US" b="1" u="sng" dirty="0"/>
              <a:t>abdominal</a:t>
            </a:r>
            <a:r>
              <a:rPr lang="en-US" dirty="0"/>
              <a:t> and </a:t>
            </a:r>
            <a:r>
              <a:rPr lang="en-US" b="1" u="sng" dirty="0"/>
              <a:t>sterile speculum examination</a:t>
            </a:r>
            <a:r>
              <a:rPr lang="en-US" dirty="0"/>
              <a:t>. PROM is a clinical diagnosis.</a:t>
            </a:r>
          </a:p>
          <a:p>
            <a:r>
              <a:rPr lang="en-US" dirty="0"/>
              <a:t>Digital vaginal examinations should be avoided (because they promote ascending intra-amniotic infection)</a:t>
            </a:r>
          </a:p>
          <a:p>
            <a:r>
              <a:rPr lang="en-US" dirty="0"/>
              <a:t>Diminished amniotic fluid volume (by ultrasound) will further suggest the diagnosis</a:t>
            </a:r>
          </a:p>
        </p:txBody>
      </p:sp>
    </p:spTree>
    <p:extLst>
      <p:ext uri="{BB962C8B-B14F-4D97-AF65-F5344CB8AC3E}">
        <p14:creationId xmlns:p14="http://schemas.microsoft.com/office/powerpoint/2010/main" val="2618511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51C41B-2500-75FC-E077-8CD986E5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SEPSIS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FB1E0-F932-1DD0-EE6B-CD1309F8E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45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E194-C252-F176-1B99-893D3FB7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definitions: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3425A-0B04-0A67-9DCE-F4FA12A8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endParaRPr lang="en-US" sz="2800" b="1" dirty="0"/>
          </a:p>
          <a:p>
            <a:pPr lvl="0"/>
            <a:endParaRPr lang="en-US" b="1" dirty="0"/>
          </a:p>
          <a:p>
            <a:pPr lvl="0"/>
            <a:r>
              <a:rPr lang="en-US" sz="2800" b="1" dirty="0"/>
              <a:t>SIRS:</a:t>
            </a:r>
            <a:r>
              <a:rPr lang="en-US" sz="2800" dirty="0"/>
              <a:t> at least 2 of 4 findings: </a:t>
            </a:r>
          </a:p>
          <a:p>
            <a:pPr lvl="1"/>
            <a:r>
              <a:rPr lang="en-US" sz="2400" dirty="0"/>
              <a:t>T° &gt;38°C or &lt;36°C</a:t>
            </a:r>
          </a:p>
          <a:p>
            <a:pPr lvl="1"/>
            <a:r>
              <a:rPr lang="en-US" sz="2400" dirty="0"/>
              <a:t>HR &gt;90 bpm</a:t>
            </a:r>
          </a:p>
          <a:p>
            <a:pPr lvl="1"/>
            <a:r>
              <a:rPr lang="en-US" sz="2400" dirty="0"/>
              <a:t>RR &gt;20 bpm or hyperventilation with P</a:t>
            </a:r>
            <a:r>
              <a:rPr lang="en-US" sz="2000" dirty="0"/>
              <a:t>a</a:t>
            </a:r>
            <a:r>
              <a:rPr lang="en-US" sz="2400" cap="small" baseline="-15000" dirty="0"/>
              <a:t>co</a:t>
            </a:r>
            <a:r>
              <a:rPr lang="en-US" sz="2000" baseline="-30000" dirty="0"/>
              <a:t>2</a:t>
            </a:r>
            <a:r>
              <a:rPr lang="en-US" sz="2400" dirty="0"/>
              <a:t> &lt;32 mmHg </a:t>
            </a:r>
          </a:p>
          <a:p>
            <a:pPr lvl="1"/>
            <a:r>
              <a:rPr lang="en-US" sz="2400" dirty="0"/>
              <a:t>WBC &gt;12,000 /mm</a:t>
            </a:r>
            <a:r>
              <a:rPr lang="en-US" sz="2400" baseline="30000" dirty="0"/>
              <a:t>3</a:t>
            </a:r>
            <a:r>
              <a:rPr lang="en-US" sz="2400" dirty="0"/>
              <a:t> or &lt;4,000 /mm</a:t>
            </a:r>
            <a:r>
              <a:rPr lang="en-US" sz="2400" baseline="30000" dirty="0"/>
              <a:t>3</a:t>
            </a:r>
            <a:endParaRPr lang="en-US" sz="2400" dirty="0"/>
          </a:p>
          <a:p>
            <a:pPr lvl="0"/>
            <a:r>
              <a:rPr lang="en-US" sz="2800" b="1" dirty="0"/>
              <a:t>Sepsis:</a:t>
            </a:r>
            <a:r>
              <a:rPr lang="en-US" sz="2800" dirty="0"/>
              <a:t> SIRS due to infection (presumed or confirmed)</a:t>
            </a:r>
          </a:p>
          <a:p>
            <a:r>
              <a:rPr lang="en-US" b="1" dirty="0"/>
              <a:t>Severe Sepsis: </a:t>
            </a:r>
            <a:r>
              <a:rPr lang="en-US" sz="2800" dirty="0"/>
              <a:t>sepsis associated with acute </a:t>
            </a:r>
            <a:r>
              <a:rPr lang="en-US" sz="2800" b="1" dirty="0"/>
              <a:t>organ dysfunction</a:t>
            </a:r>
          </a:p>
          <a:p>
            <a:r>
              <a:rPr lang="en-US" sz="2800" b="1" dirty="0"/>
              <a:t>Septic shock: </a:t>
            </a:r>
            <a:r>
              <a:rPr lang="en-US" sz="2800" dirty="0"/>
              <a:t>hypotension despite fluid resuscitation</a:t>
            </a:r>
            <a:endParaRPr lang="en-US" dirty="0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0580A112-38AC-EAA3-4B46-B5190327F0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855373"/>
              </p:ext>
            </p:extLst>
          </p:nvPr>
        </p:nvGraphicFramePr>
        <p:xfrm>
          <a:off x="838200" y="1463034"/>
          <a:ext cx="10515600" cy="1122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746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8CE9-CEB2-E455-7CF8-F9799A65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definitions:</a:t>
            </a:r>
            <a:br>
              <a:rPr lang="en-US" dirty="0"/>
            </a:br>
            <a:r>
              <a:rPr lang="en-US" b="1" dirty="0"/>
              <a:t>Organ dysfunction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BCF4-D9C9-9388-246B-87DF12799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SBP &lt;90 mmHg </a:t>
            </a:r>
            <a:r>
              <a:rPr lang="en-US" u="sng" dirty="0"/>
              <a:t>or</a:t>
            </a:r>
            <a:r>
              <a:rPr lang="en-US" dirty="0"/>
              <a:t> MAP &lt;65 mmHg </a:t>
            </a:r>
            <a:r>
              <a:rPr lang="en-US" u="sng" dirty="0"/>
              <a:t>or</a:t>
            </a:r>
            <a:r>
              <a:rPr lang="en-US" dirty="0"/>
              <a:t> lactate &gt;2.0 mmol/L (18 mg/dL) (after initial fluid challenge)</a:t>
            </a:r>
          </a:p>
          <a:p>
            <a:r>
              <a:rPr lang="en-US" dirty="0"/>
              <a:t>INR &gt;1.5 or </a:t>
            </a:r>
            <a:r>
              <a:rPr lang="en-US" dirty="0" err="1"/>
              <a:t>aPTT</a:t>
            </a:r>
            <a:r>
              <a:rPr lang="en-US" dirty="0"/>
              <a:t> &gt;60 s</a:t>
            </a:r>
          </a:p>
          <a:p>
            <a:r>
              <a:rPr lang="en-US" dirty="0"/>
              <a:t>Bilirubin &gt;2 mg/dL</a:t>
            </a:r>
          </a:p>
          <a:p>
            <a:r>
              <a:rPr lang="en-US" dirty="0"/>
              <a:t>Urine output &lt;0.5 mL/kg/h for 2 h</a:t>
            </a:r>
          </a:p>
          <a:p>
            <a:r>
              <a:rPr lang="en-US" dirty="0"/>
              <a:t>Creatinine &gt;2.3 mg/dL</a:t>
            </a:r>
          </a:p>
          <a:p>
            <a:r>
              <a:rPr lang="en-US" dirty="0"/>
              <a:t>Platelets &lt;100</a:t>
            </a:r>
            <a:r>
              <a:rPr lang="en-US" sz="2800" dirty="0"/>
              <a:t>,000 /mm</a:t>
            </a:r>
            <a:r>
              <a:rPr lang="en-US" sz="2800" baseline="30000" dirty="0"/>
              <a:t>3</a:t>
            </a:r>
            <a:endParaRPr lang="en-US" dirty="0"/>
          </a:p>
          <a:p>
            <a:r>
              <a:rPr lang="en-US" sz="2800" dirty="0"/>
              <a:t>S</a:t>
            </a:r>
            <a:r>
              <a:rPr lang="en-US" sz="2400" dirty="0"/>
              <a:t>a</a:t>
            </a:r>
            <a:r>
              <a:rPr lang="en-US" sz="2800" cap="small" baseline="-15000" dirty="0"/>
              <a:t>o</a:t>
            </a:r>
            <a:r>
              <a:rPr lang="en-US" sz="2400" baseline="-30000" dirty="0"/>
              <a:t>2 </a:t>
            </a:r>
            <a:r>
              <a:rPr lang="en-US" dirty="0"/>
              <a:t> &lt;90% (RA)</a:t>
            </a:r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789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683F-839D-3F59-6493-E984CD51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sepsis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19F5-6C00-E6FA-7F0A-06904179B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Life-threatening </a:t>
            </a:r>
            <a:r>
              <a:rPr lang="en-US" sz="2800" b="1" dirty="0"/>
              <a:t>organ dysfunction</a:t>
            </a:r>
            <a:r>
              <a:rPr lang="en-US" sz="2800" dirty="0"/>
              <a:t> caused by a dysregulated host response to infection [suspected or confirmed].</a:t>
            </a:r>
          </a:p>
          <a:p>
            <a:r>
              <a:rPr lang="en-US" sz="2800" b="1" dirty="0"/>
              <a:t>Organ dysfunction </a:t>
            </a:r>
            <a:r>
              <a:rPr lang="en-US" sz="2800" dirty="0"/>
              <a:t>is defined as</a:t>
            </a:r>
            <a:r>
              <a:rPr lang="en-US" sz="2800" b="1" dirty="0"/>
              <a:t> </a:t>
            </a:r>
            <a:r>
              <a:rPr lang="en-US" sz="2800" dirty="0"/>
              <a:t>an acute change in </a:t>
            </a:r>
            <a:r>
              <a:rPr lang="en-US" sz="2800" b="1" dirty="0"/>
              <a:t>S</a:t>
            </a:r>
            <a:r>
              <a:rPr lang="en-US" sz="2800" dirty="0"/>
              <a:t>equential [</a:t>
            </a:r>
            <a:r>
              <a:rPr lang="en-US" sz="2800" b="1" dirty="0"/>
              <a:t>S</a:t>
            </a:r>
            <a:r>
              <a:rPr lang="en-US" sz="2800" dirty="0"/>
              <a:t>epsis-related] </a:t>
            </a:r>
            <a:r>
              <a:rPr lang="en-US" sz="2800" b="1" dirty="0"/>
              <a:t>O</a:t>
            </a:r>
            <a:r>
              <a:rPr lang="en-US" sz="2800" dirty="0"/>
              <a:t>rgan </a:t>
            </a:r>
            <a:r>
              <a:rPr lang="en-US" sz="2800" b="1" dirty="0"/>
              <a:t>F</a:t>
            </a:r>
            <a:r>
              <a:rPr lang="en-US" sz="2800" dirty="0"/>
              <a:t>ailure </a:t>
            </a:r>
            <a:r>
              <a:rPr lang="en-US" sz="2800" b="1" dirty="0"/>
              <a:t>A</a:t>
            </a:r>
            <a:r>
              <a:rPr lang="en-US" sz="2800" dirty="0"/>
              <a:t>ssessment (SOFA) score ≥ 2 points consequent to infection, reflecting an overall mortality rate of approximately 10%.</a:t>
            </a:r>
          </a:p>
          <a:p>
            <a:pPr lvl="0"/>
            <a:r>
              <a:rPr lang="en-US" dirty="0"/>
              <a:t>SOFA score grades (on a scale of 0 to 4) the function of 6 organ systems using objective measurements:</a:t>
            </a:r>
          </a:p>
          <a:p>
            <a:pPr marL="457200" lvl="1" indent="0">
              <a:buNone/>
            </a:pPr>
            <a:r>
              <a:rPr lang="en-US" dirty="0"/>
              <a:t>1. Respiration	2. Coagulation		3. Liver</a:t>
            </a:r>
          </a:p>
          <a:p>
            <a:pPr marL="457200" lvl="1" indent="0">
              <a:buNone/>
            </a:pPr>
            <a:r>
              <a:rPr lang="en-US" dirty="0"/>
              <a:t>4. CVS		5. CNS			6. Renal </a:t>
            </a:r>
          </a:p>
          <a:p>
            <a:r>
              <a:rPr lang="en-US" dirty="0"/>
              <a:t>The baseline SOFA score is assumed to be 0 in patients not known to have preexisting organ dysfunction.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6542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8">
            <a:extLst>
              <a:ext uri="{FF2B5EF4-FFF2-40B4-BE49-F238E27FC236}">
                <a16:creationId xmlns:a16="http://schemas.microsoft.com/office/drawing/2014/main" id="{945BA788-8C3C-55BD-2FC7-4CF4242F0D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1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11DB-B00D-4B58-83D0-51D9BC96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Sepsis care bundle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164DEF-C856-8339-BF94-59B8D9CCA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7532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417182"/>
      </p:ext>
    </p:extLst>
  </p:cSld>
  <p:clrMapOvr>
    <a:masterClrMapping/>
  </p:clrMapOvr>
  <p:transition spd="slow"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F34E88-F4F3-4D68-81ED-36451046D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23993D7-98B3-4E06-83A6-EE56130DB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51775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tufte2</Template>
  <TotalTime>10299</TotalTime>
  <Words>1813</Words>
  <Application>Microsoft Office PowerPoint</Application>
  <PresentationFormat>Widescreen</PresentationFormat>
  <Paragraphs>374</Paragraphs>
  <Slides>31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Monotype Corsiva</vt:lpstr>
      <vt:lpstr>Symbol</vt:lpstr>
      <vt:lpstr>Wingdings</vt:lpstr>
      <vt:lpstr>Office Theme</vt:lpstr>
      <vt:lpstr>Preterm Prelabor  Rupture of Membranes  </vt:lpstr>
      <vt:lpstr>Outline</vt:lpstr>
      <vt:lpstr>Definitions</vt:lpstr>
      <vt:lpstr>Definitions </vt:lpstr>
      <vt:lpstr>Is it common? Is it important? Incidence &amp; Significance</vt:lpstr>
      <vt:lpstr>Risk factors</vt:lpstr>
      <vt:lpstr>Clinical evaluation</vt:lpstr>
      <vt:lpstr>Complications</vt:lpstr>
      <vt:lpstr>Clinical evaluation </vt:lpstr>
      <vt:lpstr>Next? “Confirm” the diagnosis</vt:lpstr>
      <vt:lpstr>Investigations</vt:lpstr>
      <vt:lpstr>PowerPoint Presentation</vt:lpstr>
      <vt:lpstr>PowerPoint Presentation</vt:lpstr>
      <vt:lpstr>PowerPoint Presentation</vt:lpstr>
      <vt:lpstr>AVOID</vt:lpstr>
      <vt:lpstr>Management outline for (P)PROM</vt:lpstr>
      <vt:lpstr>Management algorithm</vt:lpstr>
      <vt:lpstr>PPROM: Management algorithm</vt:lpstr>
      <vt:lpstr>Management</vt:lpstr>
      <vt:lpstr>Management </vt:lpstr>
      <vt:lpstr>Chorioamnionitis (CA) / Intra-amniotic infection</vt:lpstr>
      <vt:lpstr>Diagnosis of CA</vt:lpstr>
      <vt:lpstr>Management of CA</vt:lpstr>
      <vt:lpstr>In a nut-shell</vt:lpstr>
      <vt:lpstr>SEPSIS</vt:lpstr>
      <vt:lpstr>Classic definitions: </vt:lpstr>
      <vt:lpstr>Classic definitions: Organ dysfunction</vt:lpstr>
      <vt:lpstr>New sepsis definition</vt:lpstr>
      <vt:lpstr>PowerPoint Presentation</vt:lpstr>
      <vt:lpstr>Sepsis care bundle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Preterm Prelabour Rupture of Membranes</dc:title>
  <dc:creator>Hamdy Bakry Alqenawy</dc:creator>
  <cp:lastModifiedBy>Hamdy Bakry Alqenawy</cp:lastModifiedBy>
  <cp:revision>149</cp:revision>
  <dcterms:created xsi:type="dcterms:W3CDTF">2019-09-29T23:44:21Z</dcterms:created>
  <dcterms:modified xsi:type="dcterms:W3CDTF">2025-10-14T17:09:25Z</dcterms:modified>
</cp:coreProperties>
</file>