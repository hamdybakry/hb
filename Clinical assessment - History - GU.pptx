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2" r:id="rId2"/>
    <p:sldId id="309" r:id="rId3"/>
    <p:sldId id="259" r:id="rId4"/>
    <p:sldId id="279" r:id="rId5"/>
    <p:sldId id="283" r:id="rId6"/>
    <p:sldId id="280" r:id="rId7"/>
    <p:sldId id="286" r:id="rId8"/>
    <p:sldId id="285" r:id="rId9"/>
    <p:sldId id="311" r:id="rId10"/>
    <p:sldId id="287" r:id="rId11"/>
    <p:sldId id="289" r:id="rId12"/>
    <p:sldId id="288" r:id="rId13"/>
    <p:sldId id="290" r:id="rId14"/>
    <p:sldId id="292" r:id="rId15"/>
    <p:sldId id="294" r:id="rId16"/>
    <p:sldId id="295" r:id="rId17"/>
    <p:sldId id="314" r:id="rId18"/>
    <p:sldId id="293" r:id="rId19"/>
    <p:sldId id="299" r:id="rId20"/>
    <p:sldId id="300" r:id="rId21"/>
    <p:sldId id="301" r:id="rId22"/>
    <p:sldId id="298" r:id="rId23"/>
    <p:sldId id="296" r:id="rId24"/>
    <p:sldId id="302" r:id="rId25"/>
    <p:sldId id="303" r:id="rId26"/>
    <p:sldId id="304" r:id="rId27"/>
    <p:sldId id="282" r:id="rId28"/>
    <p:sldId id="307" r:id="rId29"/>
    <p:sldId id="308" r:id="rId30"/>
    <p:sldId id="27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dy Bakry" userId="ee865345f39d1fa7" providerId="LiveId" clId="{5EC058CB-D784-4382-964C-AB485EB5B5AA}"/>
    <pc:docChg chg="undo redo custSel modSld sldOrd">
      <pc:chgData name="Hamdy Bakry" userId="ee865345f39d1fa7" providerId="LiveId" clId="{5EC058CB-D784-4382-964C-AB485EB5B5AA}" dt="2025-03-16T03:25:39.995" v="781" actId="20577"/>
      <pc:docMkLst>
        <pc:docMk/>
      </pc:docMkLst>
      <pc:sldChg chg="modSp mod">
        <pc:chgData name="Hamdy Bakry" userId="ee865345f39d1fa7" providerId="LiveId" clId="{5EC058CB-D784-4382-964C-AB485EB5B5AA}" dt="2025-03-12T04:59:11.575" v="326" actId="20577"/>
        <pc:sldMkLst>
          <pc:docMk/>
          <pc:sldMk cId="1542438654" sldId="259"/>
        </pc:sldMkLst>
      </pc:sldChg>
      <pc:sldChg chg="modSp mod">
        <pc:chgData name="Hamdy Bakry" userId="ee865345f39d1fa7" providerId="LiveId" clId="{5EC058CB-D784-4382-964C-AB485EB5B5AA}" dt="2025-03-12T04:48:50.251" v="125" actId="113"/>
        <pc:sldMkLst>
          <pc:docMk/>
          <pc:sldMk cId="1601184371" sldId="275"/>
        </pc:sldMkLst>
      </pc:sldChg>
      <pc:sldChg chg="modSp mod">
        <pc:chgData name="Hamdy Bakry" userId="ee865345f39d1fa7" providerId="LiveId" clId="{5EC058CB-D784-4382-964C-AB485EB5B5AA}" dt="2025-03-12T05:02:39.389" v="405" actId="6549"/>
        <pc:sldMkLst>
          <pc:docMk/>
          <pc:sldMk cId="2939090841" sldId="279"/>
        </pc:sldMkLst>
      </pc:sldChg>
      <pc:sldChg chg="modSp mod">
        <pc:chgData name="Hamdy Bakry" userId="ee865345f39d1fa7" providerId="LiveId" clId="{5EC058CB-D784-4382-964C-AB485EB5B5AA}" dt="2025-03-12T04:45:50.309" v="111" actId="20577"/>
        <pc:sldMkLst>
          <pc:docMk/>
          <pc:sldMk cId="3580810901" sldId="282"/>
        </pc:sldMkLst>
      </pc:sldChg>
      <pc:sldChg chg="modSp mod">
        <pc:chgData name="Hamdy Bakry" userId="ee865345f39d1fa7" providerId="LiveId" clId="{5EC058CB-D784-4382-964C-AB485EB5B5AA}" dt="2025-03-12T05:29:50.961" v="417" actId="20577"/>
        <pc:sldMkLst>
          <pc:docMk/>
          <pc:sldMk cId="1441490408" sldId="285"/>
        </pc:sldMkLst>
      </pc:sldChg>
      <pc:sldChg chg="modSp mod ord">
        <pc:chgData name="Hamdy Bakry" userId="ee865345f39d1fa7" providerId="LiveId" clId="{5EC058CB-D784-4382-964C-AB485EB5B5AA}" dt="2025-03-12T05:29:48.776" v="416" actId="20577"/>
        <pc:sldMkLst>
          <pc:docMk/>
          <pc:sldMk cId="4186268447" sldId="286"/>
        </pc:sldMkLst>
      </pc:sldChg>
      <pc:sldChg chg="modSp mod">
        <pc:chgData name="Hamdy Bakry" userId="ee865345f39d1fa7" providerId="LiveId" clId="{5EC058CB-D784-4382-964C-AB485EB5B5AA}" dt="2025-03-12T06:21:37.833" v="571" actId="27636"/>
        <pc:sldMkLst>
          <pc:docMk/>
          <pc:sldMk cId="149560904" sldId="287"/>
        </pc:sldMkLst>
      </pc:sldChg>
      <pc:sldChg chg="modSp mod">
        <pc:chgData name="Hamdy Bakry" userId="ee865345f39d1fa7" providerId="LiveId" clId="{5EC058CB-D784-4382-964C-AB485EB5B5AA}" dt="2025-03-13T22:59:12.906" v="655" actId="6549"/>
        <pc:sldMkLst>
          <pc:docMk/>
          <pc:sldMk cId="1467306190" sldId="288"/>
        </pc:sldMkLst>
      </pc:sldChg>
      <pc:sldChg chg="modSp mod">
        <pc:chgData name="Hamdy Bakry" userId="ee865345f39d1fa7" providerId="LiveId" clId="{5EC058CB-D784-4382-964C-AB485EB5B5AA}" dt="2025-03-12T06:21:26.937" v="565" actId="20577"/>
        <pc:sldMkLst>
          <pc:docMk/>
          <pc:sldMk cId="3428668995" sldId="289"/>
        </pc:sldMkLst>
      </pc:sldChg>
      <pc:sldChg chg="modSp mod">
        <pc:chgData name="Hamdy Bakry" userId="ee865345f39d1fa7" providerId="LiveId" clId="{5EC058CB-D784-4382-964C-AB485EB5B5AA}" dt="2025-03-12T06:26:44.509" v="606" actId="20577"/>
        <pc:sldMkLst>
          <pc:docMk/>
          <pc:sldMk cId="1844544859" sldId="293"/>
        </pc:sldMkLst>
      </pc:sldChg>
      <pc:sldChg chg="modSp mod">
        <pc:chgData name="Hamdy Bakry" userId="ee865345f39d1fa7" providerId="LiveId" clId="{5EC058CB-D784-4382-964C-AB485EB5B5AA}" dt="2025-03-12T06:21:54.350" v="575" actId="27636"/>
        <pc:sldMkLst>
          <pc:docMk/>
          <pc:sldMk cId="4156446272" sldId="295"/>
        </pc:sldMkLst>
      </pc:sldChg>
      <pc:sldChg chg="modSp mod ord">
        <pc:chgData name="Hamdy Bakry" userId="ee865345f39d1fa7" providerId="LiveId" clId="{5EC058CB-D784-4382-964C-AB485EB5B5AA}" dt="2025-03-16T03:24:33.846" v="775"/>
        <pc:sldMkLst>
          <pc:docMk/>
          <pc:sldMk cId="1376196172" sldId="298"/>
        </pc:sldMkLst>
      </pc:sldChg>
      <pc:sldChg chg="modSp mod">
        <pc:chgData name="Hamdy Bakry" userId="ee865345f39d1fa7" providerId="LiveId" clId="{5EC058CB-D784-4382-964C-AB485EB5B5AA}" dt="2025-03-13T23:00:49.967" v="671" actId="6549"/>
        <pc:sldMkLst>
          <pc:docMk/>
          <pc:sldMk cId="1213019380" sldId="299"/>
        </pc:sldMkLst>
      </pc:sldChg>
      <pc:sldChg chg="modSp mod">
        <pc:chgData name="Hamdy Bakry" userId="ee865345f39d1fa7" providerId="LiveId" clId="{5EC058CB-D784-4382-964C-AB485EB5B5AA}" dt="2025-03-16T03:24:59.023" v="778" actId="20577"/>
        <pc:sldMkLst>
          <pc:docMk/>
          <pc:sldMk cId="3439037908" sldId="300"/>
        </pc:sldMkLst>
      </pc:sldChg>
      <pc:sldChg chg="modSp mod">
        <pc:chgData name="Hamdy Bakry" userId="ee865345f39d1fa7" providerId="LiveId" clId="{5EC058CB-D784-4382-964C-AB485EB5B5AA}" dt="2025-03-16T03:25:39.995" v="781" actId="20577"/>
        <pc:sldMkLst>
          <pc:docMk/>
          <pc:sldMk cId="3486997942" sldId="301"/>
        </pc:sldMkLst>
      </pc:sldChg>
      <pc:sldChg chg="modSp mod">
        <pc:chgData name="Hamdy Bakry" userId="ee865345f39d1fa7" providerId="LiveId" clId="{5EC058CB-D784-4382-964C-AB485EB5B5AA}" dt="2025-03-12T04:45:00.073" v="77" actId="20577"/>
        <pc:sldMkLst>
          <pc:docMk/>
          <pc:sldMk cId="51330764" sldId="302"/>
        </pc:sldMkLst>
      </pc:sldChg>
      <pc:sldChg chg="modSp mod">
        <pc:chgData name="Hamdy Bakry" userId="ee865345f39d1fa7" providerId="LiveId" clId="{5EC058CB-D784-4382-964C-AB485EB5B5AA}" dt="2025-03-12T04:44:47.044" v="76" actId="20577"/>
        <pc:sldMkLst>
          <pc:docMk/>
          <pc:sldMk cId="479177165" sldId="303"/>
        </pc:sldMkLst>
      </pc:sldChg>
      <pc:sldChg chg="modSp mod">
        <pc:chgData name="Hamdy Bakry" userId="ee865345f39d1fa7" providerId="LiveId" clId="{5EC058CB-D784-4382-964C-AB485EB5B5AA}" dt="2025-03-12T04:45:20.394" v="93" actId="6549"/>
        <pc:sldMkLst>
          <pc:docMk/>
          <pc:sldMk cId="13515748" sldId="304"/>
        </pc:sldMkLst>
      </pc:sldChg>
      <pc:sldChg chg="modSp mod">
        <pc:chgData name="Hamdy Bakry" userId="ee865345f39d1fa7" providerId="LiveId" clId="{5EC058CB-D784-4382-964C-AB485EB5B5AA}" dt="2025-03-12T04:47:26.844" v="117" actId="57"/>
        <pc:sldMkLst>
          <pc:docMk/>
          <pc:sldMk cId="110255594" sldId="307"/>
        </pc:sldMkLst>
      </pc:sldChg>
      <pc:sldChg chg="modSp mod">
        <pc:chgData name="Hamdy Bakry" userId="ee865345f39d1fa7" providerId="LiveId" clId="{5EC058CB-D784-4382-964C-AB485EB5B5AA}" dt="2025-03-13T22:58:00.654" v="636" actId="20577"/>
        <pc:sldMkLst>
          <pc:docMk/>
          <pc:sldMk cId="3838750519" sldId="309"/>
        </pc:sldMkLst>
      </pc:sldChg>
      <pc:sldChg chg="modSp mod">
        <pc:chgData name="Hamdy Bakry" userId="ee865345f39d1fa7" providerId="LiveId" clId="{5EC058CB-D784-4382-964C-AB485EB5B5AA}" dt="2025-03-12T06:21:16.968" v="564" actId="20577"/>
        <pc:sldMkLst>
          <pc:docMk/>
          <pc:sldMk cId="2883018915" sldId="311"/>
        </pc:sldMkLst>
      </pc:sldChg>
    </pc:docChg>
  </pc:docChgLst>
  <pc:docChgLst>
    <pc:chgData name="Hamdy Bakry" userId="ee865345f39d1fa7" providerId="LiveId" clId="{0534AF8A-BF44-42CB-8829-7CC3889D5CDD}"/>
    <pc:docChg chg="undo redo custSel addSld delSld modSld">
      <pc:chgData name="Hamdy Bakry" userId="ee865345f39d1fa7" providerId="LiveId" clId="{0534AF8A-BF44-42CB-8829-7CC3889D5CDD}" dt="2025-06-14T22:03:07.411" v="677"/>
      <pc:docMkLst>
        <pc:docMk/>
      </pc:docMkLst>
      <pc:sldChg chg="modSp mod">
        <pc:chgData name="Hamdy Bakry" userId="ee865345f39d1fa7" providerId="LiveId" clId="{0534AF8A-BF44-42CB-8829-7CC3889D5CDD}" dt="2025-06-13T20:00:24.710" v="24" actId="27636"/>
        <pc:sldMkLst>
          <pc:docMk/>
          <pc:sldMk cId="1542438654" sldId="259"/>
        </pc:sldMkLst>
      </pc:sldChg>
      <pc:sldChg chg="modSp mod">
        <pc:chgData name="Hamdy Bakry" userId="ee865345f39d1fa7" providerId="LiveId" clId="{0534AF8A-BF44-42CB-8829-7CC3889D5CDD}" dt="2025-06-13T20:01:03.546" v="37" actId="20577"/>
        <pc:sldMkLst>
          <pc:docMk/>
          <pc:sldMk cId="2939090841" sldId="279"/>
        </pc:sldMkLst>
      </pc:sldChg>
      <pc:sldChg chg="modSp mod">
        <pc:chgData name="Hamdy Bakry" userId="ee865345f39d1fa7" providerId="LiveId" clId="{0534AF8A-BF44-42CB-8829-7CC3889D5CDD}" dt="2025-06-13T20:07:41.234" v="127" actId="20577"/>
        <pc:sldMkLst>
          <pc:docMk/>
          <pc:sldMk cId="3580810901" sldId="282"/>
        </pc:sldMkLst>
      </pc:sldChg>
      <pc:sldChg chg="modSp mod">
        <pc:chgData name="Hamdy Bakry" userId="ee865345f39d1fa7" providerId="LiveId" clId="{0534AF8A-BF44-42CB-8829-7CC3889D5CDD}" dt="2025-06-13T20:01:52.542" v="39" actId="6549"/>
        <pc:sldMkLst>
          <pc:docMk/>
          <pc:sldMk cId="4186268447" sldId="286"/>
        </pc:sldMkLst>
      </pc:sldChg>
      <pc:sldChg chg="modSp mod">
        <pc:chgData name="Hamdy Bakry" userId="ee865345f39d1fa7" providerId="LiveId" clId="{0534AF8A-BF44-42CB-8829-7CC3889D5CDD}" dt="2025-06-13T20:03:28.743" v="48" actId="6549"/>
        <pc:sldMkLst>
          <pc:docMk/>
          <pc:sldMk cId="1844544859" sldId="293"/>
        </pc:sldMkLst>
      </pc:sldChg>
      <pc:sldChg chg="modSp mod">
        <pc:chgData name="Hamdy Bakry" userId="ee865345f39d1fa7" providerId="LiveId" clId="{0534AF8A-BF44-42CB-8829-7CC3889D5CDD}" dt="2025-06-13T20:05:51.379" v="97"/>
        <pc:sldMkLst>
          <pc:docMk/>
          <pc:sldMk cId="1376196172" sldId="298"/>
        </pc:sldMkLst>
      </pc:sldChg>
      <pc:sldChg chg="modSp mod">
        <pc:chgData name="Hamdy Bakry" userId="ee865345f39d1fa7" providerId="LiveId" clId="{0534AF8A-BF44-42CB-8829-7CC3889D5CDD}" dt="2025-06-13T20:04:34.259" v="86" actId="20577"/>
        <pc:sldMkLst>
          <pc:docMk/>
          <pc:sldMk cId="3439037908" sldId="300"/>
        </pc:sldMkLst>
      </pc:sldChg>
      <pc:sldChg chg="modSp mod">
        <pc:chgData name="Hamdy Bakry" userId="ee865345f39d1fa7" providerId="LiveId" clId="{0534AF8A-BF44-42CB-8829-7CC3889D5CDD}" dt="2025-06-13T20:05:17.862" v="91" actId="6549"/>
        <pc:sldMkLst>
          <pc:docMk/>
          <pc:sldMk cId="3486997942" sldId="301"/>
        </pc:sldMkLst>
      </pc:sldChg>
      <pc:sldChg chg="modSp mod">
        <pc:chgData name="Hamdy Bakry" userId="ee865345f39d1fa7" providerId="LiveId" clId="{0534AF8A-BF44-42CB-8829-7CC3889D5CDD}" dt="2025-06-13T20:06:50.130" v="103" actId="6549"/>
        <pc:sldMkLst>
          <pc:docMk/>
          <pc:sldMk cId="51330764" sldId="302"/>
        </pc:sldMkLst>
      </pc:sldChg>
      <pc:sldChg chg="modSp mod">
        <pc:chgData name="Hamdy Bakry" userId="ee865345f39d1fa7" providerId="LiveId" clId="{0534AF8A-BF44-42CB-8829-7CC3889D5CDD}" dt="2025-06-13T20:08:29.314" v="128" actId="20577"/>
        <pc:sldMkLst>
          <pc:docMk/>
          <pc:sldMk cId="110255594" sldId="307"/>
        </pc:sldMkLst>
      </pc:sldChg>
      <pc:sldChg chg="modSp mod">
        <pc:chgData name="Hamdy Bakry" userId="ee865345f39d1fa7" providerId="LiveId" clId="{0534AF8A-BF44-42CB-8829-7CC3889D5CDD}" dt="2025-06-13T19:58:36.972" v="9" actId="6549"/>
        <pc:sldMkLst>
          <pc:docMk/>
          <pc:sldMk cId="3838750519" sldId="309"/>
        </pc:sldMkLst>
      </pc:sldChg>
      <pc:sldChg chg="addSp delSp modSp new del mod">
        <pc:chgData name="Hamdy Bakry" userId="ee865345f39d1fa7" providerId="LiveId" clId="{0534AF8A-BF44-42CB-8829-7CC3889D5CDD}" dt="2025-06-14T22:01:09.531" v="662" actId="47"/>
        <pc:sldMkLst>
          <pc:docMk/>
          <pc:sldMk cId="3178485447" sldId="313"/>
        </pc:sldMkLst>
      </pc:sldChg>
      <pc:sldChg chg="modSp add mod">
        <pc:chgData name="Hamdy Bakry" userId="ee865345f39d1fa7" providerId="LiveId" clId="{0534AF8A-BF44-42CB-8829-7CC3889D5CDD}" dt="2025-06-14T22:03:07.411" v="677"/>
        <pc:sldMkLst>
          <pc:docMk/>
          <pc:sldMk cId="192338313" sldId="314"/>
        </pc:sldMkLst>
      </pc:sldChg>
    </pc:docChg>
  </pc:docChgLst>
  <pc:docChgLst>
    <pc:chgData name="Hamdy Bakry Mohy Soliman" userId="12520703-dc6c-4920-a97e-cc2ce99e39bf" providerId="ADAL" clId="{8AB75814-4DA6-45A1-8A0E-D44051C35D68}"/>
    <pc:docChg chg="undo redo custSel addSld delSld modSld sldOrd">
      <pc:chgData name="Hamdy Bakry Mohy Soliman" userId="12520703-dc6c-4920-a97e-cc2ce99e39bf" providerId="ADAL" clId="{8AB75814-4DA6-45A1-8A0E-D44051C35D68}" dt="2024-09-21T05:08:48.274" v="3785" actId="6549"/>
      <pc:docMkLst>
        <pc:docMk/>
      </pc:docMkLst>
      <pc:sldChg chg="del">
        <pc:chgData name="Hamdy Bakry Mohy Soliman" userId="12520703-dc6c-4920-a97e-cc2ce99e39bf" providerId="ADAL" clId="{8AB75814-4DA6-45A1-8A0E-D44051C35D68}" dt="2024-09-20T19:38:34.412" v="1" actId="47"/>
        <pc:sldMkLst>
          <pc:docMk/>
          <pc:sldMk cId="2834798757" sldId="256"/>
        </pc:sldMkLst>
      </pc:sldChg>
      <pc:sldChg chg="addSp delSp modSp add del mod chgLayout">
        <pc:chgData name="Hamdy Bakry Mohy Soliman" userId="12520703-dc6c-4920-a97e-cc2ce99e39bf" providerId="ADAL" clId="{8AB75814-4DA6-45A1-8A0E-D44051C35D68}" dt="2024-09-20T22:01:44.787" v="1313" actId="47"/>
        <pc:sldMkLst>
          <pc:docMk/>
          <pc:sldMk cId="2526452201" sldId="257"/>
        </pc:sldMkLst>
      </pc:sldChg>
      <pc:sldChg chg="modSp add mod">
        <pc:chgData name="Hamdy Bakry Mohy Soliman" userId="12520703-dc6c-4920-a97e-cc2ce99e39bf" providerId="ADAL" clId="{8AB75814-4DA6-45A1-8A0E-D44051C35D68}" dt="2024-09-20T21:10:32.615" v="858" actId="20577"/>
        <pc:sldMkLst>
          <pc:docMk/>
          <pc:sldMk cId="1542438654" sldId="259"/>
        </pc:sldMkLst>
      </pc:sldChg>
      <pc:sldChg chg="add">
        <pc:chgData name="Hamdy Bakry Mohy Soliman" userId="12520703-dc6c-4920-a97e-cc2ce99e39bf" providerId="ADAL" clId="{8AB75814-4DA6-45A1-8A0E-D44051C35D68}" dt="2024-09-20T19:38:30.583" v="0"/>
        <pc:sldMkLst>
          <pc:docMk/>
          <pc:sldMk cId="1601184371" sldId="275"/>
        </pc:sldMkLst>
      </pc:sldChg>
      <pc:sldChg chg="modSp add mod">
        <pc:chgData name="Hamdy Bakry Mohy Soliman" userId="12520703-dc6c-4920-a97e-cc2ce99e39bf" providerId="ADAL" clId="{8AB75814-4DA6-45A1-8A0E-D44051C35D68}" dt="2024-09-20T22:14:27.179" v="1572" actId="115"/>
        <pc:sldMkLst>
          <pc:docMk/>
          <pc:sldMk cId="2939090841" sldId="279"/>
        </pc:sldMkLst>
      </pc:sldChg>
      <pc:sldChg chg="addSp delSp modSp new mod chgLayout">
        <pc:chgData name="Hamdy Bakry Mohy Soliman" userId="12520703-dc6c-4920-a97e-cc2ce99e39bf" providerId="ADAL" clId="{8AB75814-4DA6-45A1-8A0E-D44051C35D68}" dt="2024-09-20T23:55:17.176" v="3441" actId="12"/>
        <pc:sldMkLst>
          <pc:docMk/>
          <pc:sldMk cId="1301641415" sldId="280"/>
        </pc:sldMkLst>
      </pc:sldChg>
      <pc:sldChg chg="add del">
        <pc:chgData name="Hamdy Bakry Mohy Soliman" userId="12520703-dc6c-4920-a97e-cc2ce99e39bf" providerId="ADAL" clId="{8AB75814-4DA6-45A1-8A0E-D44051C35D68}" dt="2024-09-20T19:51:14.886" v="35" actId="47"/>
        <pc:sldMkLst>
          <pc:docMk/>
          <pc:sldMk cId="2547130005" sldId="280"/>
        </pc:sldMkLst>
      </pc:sldChg>
      <pc:sldChg chg="addSp delSp modSp new del mod modClrScheme chgLayout">
        <pc:chgData name="Hamdy Bakry Mohy Soliman" userId="12520703-dc6c-4920-a97e-cc2ce99e39bf" providerId="ADAL" clId="{8AB75814-4DA6-45A1-8A0E-D44051C35D68}" dt="2024-09-20T21:10:51.832" v="863" actId="2696"/>
        <pc:sldMkLst>
          <pc:docMk/>
          <pc:sldMk cId="2612680971" sldId="281"/>
        </pc:sldMkLst>
      </pc:sldChg>
      <pc:sldChg chg="modSp new mod">
        <pc:chgData name="Hamdy Bakry Mohy Soliman" userId="12520703-dc6c-4920-a97e-cc2ce99e39bf" providerId="ADAL" clId="{8AB75814-4DA6-45A1-8A0E-D44051C35D68}" dt="2024-09-20T23:59:07.786" v="3511" actId="21"/>
        <pc:sldMkLst>
          <pc:docMk/>
          <pc:sldMk cId="3580810901" sldId="282"/>
        </pc:sldMkLst>
      </pc:sldChg>
      <pc:sldChg chg="addSp delSp modSp new mod modClrScheme chgLayout">
        <pc:chgData name="Hamdy Bakry Mohy Soliman" userId="12520703-dc6c-4920-a97e-cc2ce99e39bf" providerId="ADAL" clId="{8AB75814-4DA6-45A1-8A0E-D44051C35D68}" dt="2024-09-20T22:15:26.336" v="1581"/>
        <pc:sldMkLst>
          <pc:docMk/>
          <pc:sldMk cId="509824853" sldId="283"/>
        </pc:sldMkLst>
      </pc:sldChg>
      <pc:sldChg chg="addSp delSp modSp new del mod chgLayout">
        <pc:chgData name="Hamdy Bakry Mohy Soliman" userId="12520703-dc6c-4920-a97e-cc2ce99e39bf" providerId="ADAL" clId="{8AB75814-4DA6-45A1-8A0E-D44051C35D68}" dt="2024-09-20T23:55:22.464" v="3442" actId="2696"/>
        <pc:sldMkLst>
          <pc:docMk/>
          <pc:sldMk cId="3597410730" sldId="284"/>
        </pc:sldMkLst>
      </pc:sldChg>
      <pc:sldChg chg="modSp new add del mod">
        <pc:chgData name="Hamdy Bakry Mohy Soliman" userId="12520703-dc6c-4920-a97e-cc2ce99e39bf" providerId="ADAL" clId="{8AB75814-4DA6-45A1-8A0E-D44051C35D68}" dt="2024-09-20T23:56:41.646" v="3489" actId="6549"/>
        <pc:sldMkLst>
          <pc:docMk/>
          <pc:sldMk cId="1441490408" sldId="285"/>
        </pc:sldMkLst>
      </pc:sldChg>
      <pc:sldChg chg="modSp add mod">
        <pc:chgData name="Hamdy Bakry Mohy Soliman" userId="12520703-dc6c-4920-a97e-cc2ce99e39bf" providerId="ADAL" clId="{8AB75814-4DA6-45A1-8A0E-D44051C35D68}" dt="2024-09-20T22:29:44.406" v="1783" actId="20577"/>
        <pc:sldMkLst>
          <pc:docMk/>
          <pc:sldMk cId="4186268447" sldId="286"/>
        </pc:sldMkLst>
      </pc:sldChg>
      <pc:sldChg chg="modSp add mod">
        <pc:chgData name="Hamdy Bakry Mohy Soliman" userId="12520703-dc6c-4920-a97e-cc2ce99e39bf" providerId="ADAL" clId="{8AB75814-4DA6-45A1-8A0E-D44051C35D68}" dt="2024-09-20T23:02:49.348" v="2319" actId="6549"/>
        <pc:sldMkLst>
          <pc:docMk/>
          <pc:sldMk cId="149560904" sldId="287"/>
        </pc:sldMkLst>
      </pc:sldChg>
      <pc:sldChg chg="modSp add mod">
        <pc:chgData name="Hamdy Bakry Mohy Soliman" userId="12520703-dc6c-4920-a97e-cc2ce99e39bf" providerId="ADAL" clId="{8AB75814-4DA6-45A1-8A0E-D44051C35D68}" dt="2024-09-20T23:57:12.012" v="3492" actId="27636"/>
        <pc:sldMkLst>
          <pc:docMk/>
          <pc:sldMk cId="1467306190" sldId="288"/>
        </pc:sldMkLst>
      </pc:sldChg>
      <pc:sldChg chg="modSp add mod ord">
        <pc:chgData name="Hamdy Bakry Mohy Soliman" userId="12520703-dc6c-4920-a97e-cc2ce99e39bf" providerId="ADAL" clId="{8AB75814-4DA6-45A1-8A0E-D44051C35D68}" dt="2024-09-20T23:02:44.492" v="2315" actId="20577"/>
        <pc:sldMkLst>
          <pc:docMk/>
          <pc:sldMk cId="3428668995" sldId="289"/>
        </pc:sldMkLst>
      </pc:sldChg>
      <pc:sldChg chg="modSp add mod">
        <pc:chgData name="Hamdy Bakry Mohy Soliman" userId="12520703-dc6c-4920-a97e-cc2ce99e39bf" providerId="ADAL" clId="{8AB75814-4DA6-45A1-8A0E-D44051C35D68}" dt="2024-09-20T23:57:20.875" v="3494" actId="27636"/>
        <pc:sldMkLst>
          <pc:docMk/>
          <pc:sldMk cId="2219280026" sldId="290"/>
        </pc:sldMkLst>
      </pc:sldChg>
      <pc:sldChg chg="modSp add del mod">
        <pc:chgData name="Hamdy Bakry Mohy Soliman" userId="12520703-dc6c-4920-a97e-cc2ce99e39bf" providerId="ADAL" clId="{8AB75814-4DA6-45A1-8A0E-D44051C35D68}" dt="2024-09-20T22:48:31.152" v="2011" actId="2696"/>
        <pc:sldMkLst>
          <pc:docMk/>
          <pc:sldMk cId="2007559001" sldId="291"/>
        </pc:sldMkLst>
      </pc:sldChg>
      <pc:sldChg chg="modSp add mod">
        <pc:chgData name="Hamdy Bakry Mohy Soliman" userId="12520703-dc6c-4920-a97e-cc2ce99e39bf" providerId="ADAL" clId="{8AB75814-4DA6-45A1-8A0E-D44051C35D68}" dt="2024-09-20T23:02:21.939" v="2302" actId="20577"/>
        <pc:sldMkLst>
          <pc:docMk/>
          <pc:sldMk cId="3553504412" sldId="292"/>
        </pc:sldMkLst>
      </pc:sldChg>
      <pc:sldChg chg="addSp delSp modSp new mod">
        <pc:chgData name="Hamdy Bakry Mohy Soliman" userId="12520703-dc6c-4920-a97e-cc2ce99e39bf" providerId="ADAL" clId="{8AB75814-4DA6-45A1-8A0E-D44051C35D68}" dt="2024-09-20T23:07:15.341" v="2397" actId="113"/>
        <pc:sldMkLst>
          <pc:docMk/>
          <pc:sldMk cId="1844544859" sldId="293"/>
        </pc:sldMkLst>
      </pc:sldChg>
      <pc:sldChg chg="modSp add mod">
        <pc:chgData name="Hamdy Bakry Mohy Soliman" userId="12520703-dc6c-4920-a97e-cc2ce99e39bf" providerId="ADAL" clId="{8AB75814-4DA6-45A1-8A0E-D44051C35D68}" dt="2024-09-20T23:57:28.975" v="3495" actId="20577"/>
        <pc:sldMkLst>
          <pc:docMk/>
          <pc:sldMk cId="3494764613" sldId="294"/>
        </pc:sldMkLst>
      </pc:sldChg>
      <pc:sldChg chg="modSp add mod">
        <pc:chgData name="Hamdy Bakry Mohy Soliman" userId="12520703-dc6c-4920-a97e-cc2ce99e39bf" providerId="ADAL" clId="{8AB75814-4DA6-45A1-8A0E-D44051C35D68}" dt="2024-09-20T23:03:41.055" v="2325" actId="20577"/>
        <pc:sldMkLst>
          <pc:docMk/>
          <pc:sldMk cId="4156446272" sldId="295"/>
        </pc:sldMkLst>
      </pc:sldChg>
      <pc:sldChg chg="modSp new mod ord">
        <pc:chgData name="Hamdy Bakry Mohy Soliman" userId="12520703-dc6c-4920-a97e-cc2ce99e39bf" providerId="ADAL" clId="{8AB75814-4DA6-45A1-8A0E-D44051C35D68}" dt="2024-09-20T23:10:23.034" v="2426"/>
        <pc:sldMkLst>
          <pc:docMk/>
          <pc:sldMk cId="988503379" sldId="296"/>
        </pc:sldMkLst>
      </pc:sldChg>
      <pc:sldChg chg="modSp new del mod">
        <pc:chgData name="Hamdy Bakry Mohy Soliman" userId="12520703-dc6c-4920-a97e-cc2ce99e39bf" providerId="ADAL" clId="{8AB75814-4DA6-45A1-8A0E-D44051C35D68}" dt="2024-09-20T23:08:23.684" v="2409" actId="47"/>
        <pc:sldMkLst>
          <pc:docMk/>
          <pc:sldMk cId="3699080934" sldId="297"/>
        </pc:sldMkLst>
      </pc:sldChg>
      <pc:sldChg chg="modSp new mod">
        <pc:chgData name="Hamdy Bakry Mohy Soliman" userId="12520703-dc6c-4920-a97e-cc2ce99e39bf" providerId="ADAL" clId="{8AB75814-4DA6-45A1-8A0E-D44051C35D68}" dt="2024-09-20T23:58:36.343" v="3508" actId="6549"/>
        <pc:sldMkLst>
          <pc:docMk/>
          <pc:sldMk cId="1376196172" sldId="298"/>
        </pc:sldMkLst>
      </pc:sldChg>
      <pc:sldChg chg="modSp add mod ord">
        <pc:chgData name="Hamdy Bakry Mohy Soliman" userId="12520703-dc6c-4920-a97e-cc2ce99e39bf" providerId="ADAL" clId="{8AB75814-4DA6-45A1-8A0E-D44051C35D68}" dt="2024-09-20T23:58:14.905" v="3502" actId="113"/>
        <pc:sldMkLst>
          <pc:docMk/>
          <pc:sldMk cId="1213019380" sldId="299"/>
        </pc:sldMkLst>
      </pc:sldChg>
      <pc:sldChg chg="modSp add mod">
        <pc:chgData name="Hamdy Bakry Mohy Soliman" userId="12520703-dc6c-4920-a97e-cc2ce99e39bf" providerId="ADAL" clId="{8AB75814-4DA6-45A1-8A0E-D44051C35D68}" dt="2024-09-21T05:07:43.869" v="3780" actId="20577"/>
        <pc:sldMkLst>
          <pc:docMk/>
          <pc:sldMk cId="3439037908" sldId="300"/>
        </pc:sldMkLst>
      </pc:sldChg>
      <pc:sldChg chg="modSp add mod">
        <pc:chgData name="Hamdy Bakry Mohy Soliman" userId="12520703-dc6c-4920-a97e-cc2ce99e39bf" providerId="ADAL" clId="{8AB75814-4DA6-45A1-8A0E-D44051C35D68}" dt="2024-09-21T05:07:50.451" v="3782" actId="20577"/>
        <pc:sldMkLst>
          <pc:docMk/>
          <pc:sldMk cId="3486997942" sldId="301"/>
        </pc:sldMkLst>
      </pc:sldChg>
      <pc:sldChg chg="modSp new mod">
        <pc:chgData name="Hamdy Bakry Mohy Soliman" userId="12520703-dc6c-4920-a97e-cc2ce99e39bf" providerId="ADAL" clId="{8AB75814-4DA6-45A1-8A0E-D44051C35D68}" dt="2024-09-20T23:51:05.738" v="3347" actId="20577"/>
        <pc:sldMkLst>
          <pc:docMk/>
          <pc:sldMk cId="51330764" sldId="302"/>
        </pc:sldMkLst>
      </pc:sldChg>
      <pc:sldChg chg="modSp new mod">
        <pc:chgData name="Hamdy Bakry Mohy Soliman" userId="12520703-dc6c-4920-a97e-cc2ce99e39bf" providerId="ADAL" clId="{8AB75814-4DA6-45A1-8A0E-D44051C35D68}" dt="2024-09-20T23:50:45.584" v="3315" actId="6549"/>
        <pc:sldMkLst>
          <pc:docMk/>
          <pc:sldMk cId="479177165" sldId="303"/>
        </pc:sldMkLst>
      </pc:sldChg>
      <pc:sldChg chg="modSp new mod">
        <pc:chgData name="Hamdy Bakry Mohy Soliman" userId="12520703-dc6c-4920-a97e-cc2ce99e39bf" providerId="ADAL" clId="{8AB75814-4DA6-45A1-8A0E-D44051C35D68}" dt="2024-09-20T23:52:05.090" v="3379" actId="6549"/>
        <pc:sldMkLst>
          <pc:docMk/>
          <pc:sldMk cId="13515748" sldId="304"/>
        </pc:sldMkLst>
      </pc:sldChg>
      <pc:sldChg chg="addSp delSp modSp new del mod modShow">
        <pc:chgData name="Hamdy Bakry Mohy Soliman" userId="12520703-dc6c-4920-a97e-cc2ce99e39bf" providerId="ADAL" clId="{8AB75814-4DA6-45A1-8A0E-D44051C35D68}" dt="2024-09-21T05:04:31.249" v="3745" actId="47"/>
        <pc:sldMkLst>
          <pc:docMk/>
          <pc:sldMk cId="2886349403" sldId="305"/>
        </pc:sldMkLst>
      </pc:sldChg>
      <pc:sldChg chg="addSp delSp modSp new del mod modClrScheme chgLayout">
        <pc:chgData name="Hamdy Bakry Mohy Soliman" userId="12520703-dc6c-4920-a97e-cc2ce99e39bf" providerId="ADAL" clId="{8AB75814-4DA6-45A1-8A0E-D44051C35D68}" dt="2024-09-20T21:53:53.219" v="1090" actId="2696"/>
        <pc:sldMkLst>
          <pc:docMk/>
          <pc:sldMk cId="1622854123" sldId="306"/>
        </pc:sldMkLst>
      </pc:sldChg>
      <pc:sldChg chg="addSp delSp modSp new mod chgLayout">
        <pc:chgData name="Hamdy Bakry Mohy Soliman" userId="12520703-dc6c-4920-a97e-cc2ce99e39bf" providerId="ADAL" clId="{8AB75814-4DA6-45A1-8A0E-D44051C35D68}" dt="2024-09-21T05:08:16.731" v="3784" actId="6549"/>
        <pc:sldMkLst>
          <pc:docMk/>
          <pc:sldMk cId="110255594" sldId="307"/>
        </pc:sldMkLst>
      </pc:sldChg>
      <pc:sldChg chg="modSp new mod">
        <pc:chgData name="Hamdy Bakry Mohy Soliman" userId="12520703-dc6c-4920-a97e-cc2ce99e39bf" providerId="ADAL" clId="{8AB75814-4DA6-45A1-8A0E-D44051C35D68}" dt="2024-09-21T05:08:48.274" v="3785" actId="6549"/>
        <pc:sldMkLst>
          <pc:docMk/>
          <pc:sldMk cId="4158922761" sldId="308"/>
        </pc:sldMkLst>
      </pc:sldChg>
      <pc:sldChg chg="modSp new mod">
        <pc:chgData name="Hamdy Bakry Mohy Soliman" userId="12520703-dc6c-4920-a97e-cc2ce99e39bf" providerId="ADAL" clId="{8AB75814-4DA6-45A1-8A0E-D44051C35D68}" dt="2024-09-20T23:54:23.297" v="3435" actId="20577"/>
        <pc:sldMkLst>
          <pc:docMk/>
          <pc:sldMk cId="3838750519" sldId="309"/>
        </pc:sldMkLst>
      </pc:sldChg>
      <pc:sldChg chg="modSp add del mod">
        <pc:chgData name="Hamdy Bakry Mohy Soliman" userId="12520703-dc6c-4920-a97e-cc2ce99e39bf" providerId="ADAL" clId="{8AB75814-4DA6-45A1-8A0E-D44051C35D68}" dt="2024-09-21T00:08:55.711" v="3744" actId="2696"/>
        <pc:sldMkLst>
          <pc:docMk/>
          <pc:sldMk cId="410851492" sldId="310"/>
        </pc:sldMkLst>
      </pc:sldChg>
      <pc:sldChg chg="modSp add mod">
        <pc:chgData name="Hamdy Bakry Mohy Soliman" userId="12520703-dc6c-4920-a97e-cc2ce99e39bf" providerId="ADAL" clId="{8AB75814-4DA6-45A1-8A0E-D44051C35D68}" dt="2024-09-20T22:29:54.386" v="1791" actId="20577"/>
        <pc:sldMkLst>
          <pc:docMk/>
          <pc:sldMk cId="2883018915" sldId="311"/>
        </pc:sldMkLst>
      </pc:sldChg>
      <pc:sldChg chg="add del">
        <pc:chgData name="Hamdy Bakry Mohy Soliman" userId="12520703-dc6c-4920-a97e-cc2ce99e39bf" providerId="ADAL" clId="{8AB75814-4DA6-45A1-8A0E-D44051C35D68}" dt="2024-09-20T23:38:43.199" v="2996" actId="2696"/>
        <pc:sldMkLst>
          <pc:docMk/>
          <pc:sldMk cId="55910402" sldId="312"/>
        </pc:sldMkLst>
      </pc:sldChg>
      <pc:sldChg chg="addSp delSp modSp add mod">
        <pc:chgData name="Hamdy Bakry Mohy Soliman" userId="12520703-dc6c-4920-a97e-cc2ce99e39bf" providerId="ADAL" clId="{8AB75814-4DA6-45A1-8A0E-D44051C35D68}" dt="2024-09-21T05:06:39.902" v="3772" actId="2711"/>
        <pc:sldMkLst>
          <pc:docMk/>
          <pc:sldMk cId="3576893136" sldId="312"/>
        </pc:sldMkLst>
      </pc:sldChg>
    </pc:docChg>
  </pc:docChgLst>
  <pc:docChgLst>
    <pc:chgData name="Hamdy Bakry Mohy Soliman" userId="12520703-dc6c-4920-a97e-cc2ce99e39bf" providerId="ADAL" clId="{2F83291B-8565-4122-AFD6-54D8B2910061}"/>
    <pc:docChg chg="modSld">
      <pc:chgData name="Hamdy Bakry Mohy Soliman" userId="12520703-dc6c-4920-a97e-cc2ce99e39bf" providerId="ADAL" clId="{2F83291B-8565-4122-AFD6-54D8B2910061}" dt="2024-12-01T03:37:23.738" v="12" actId="20577"/>
      <pc:docMkLst>
        <pc:docMk/>
      </pc:docMkLst>
      <pc:sldChg chg="modSp mod">
        <pc:chgData name="Hamdy Bakry Mohy Soliman" userId="12520703-dc6c-4920-a97e-cc2ce99e39bf" providerId="ADAL" clId="{2F83291B-8565-4122-AFD6-54D8B2910061}" dt="2024-11-29T22:56:05.644" v="10"/>
        <pc:sldMkLst>
          <pc:docMk/>
          <pc:sldMk cId="2939090841" sldId="279"/>
        </pc:sldMkLst>
      </pc:sldChg>
      <pc:sldChg chg="modSp mod">
        <pc:chgData name="Hamdy Bakry Mohy Soliman" userId="12520703-dc6c-4920-a97e-cc2ce99e39bf" providerId="ADAL" clId="{2F83291B-8565-4122-AFD6-54D8B2910061}" dt="2024-11-29T22:53:46.305" v="9" actId="20577"/>
        <pc:sldMkLst>
          <pc:docMk/>
          <pc:sldMk cId="3580810901" sldId="282"/>
        </pc:sldMkLst>
      </pc:sldChg>
      <pc:sldChg chg="modSp mod">
        <pc:chgData name="Hamdy Bakry Mohy Soliman" userId="12520703-dc6c-4920-a97e-cc2ce99e39bf" providerId="ADAL" clId="{2F83291B-8565-4122-AFD6-54D8B2910061}" dt="2024-12-01T03:37:23.738" v="12" actId="20577"/>
        <pc:sldMkLst>
          <pc:docMk/>
          <pc:sldMk cId="1844544859" sldId="293"/>
        </pc:sldMkLst>
      </pc:sldChg>
      <pc:sldChg chg="modSp mod">
        <pc:chgData name="Hamdy Bakry Mohy Soliman" userId="12520703-dc6c-4920-a97e-cc2ce99e39bf" providerId="ADAL" clId="{2F83291B-8565-4122-AFD6-54D8B2910061}" dt="2024-11-29T22:53:33.623" v="8" actId="20577"/>
        <pc:sldMkLst>
          <pc:docMk/>
          <pc:sldMk cId="13515748" sldId="304"/>
        </pc:sldMkLst>
      </pc:sldChg>
    </pc:docChg>
  </pc:docChgLst>
  <pc:docChgLst>
    <pc:chgData name="Hamdy Bakry" userId="ee865345f39d1fa7" providerId="LiveId" clId="{C12EC098-28C1-4FCE-9D51-4A25329D073E}"/>
    <pc:docChg chg="undo custSel modSld">
      <pc:chgData name="Hamdy Bakry" userId="ee865345f39d1fa7" providerId="LiveId" clId="{C12EC098-28C1-4FCE-9D51-4A25329D073E}" dt="2025-09-19T20:48:08.178" v="85" actId="20577"/>
      <pc:docMkLst>
        <pc:docMk/>
      </pc:docMkLst>
      <pc:sldChg chg="modSp mod">
        <pc:chgData name="Hamdy Bakry" userId="ee865345f39d1fa7" providerId="LiveId" clId="{C12EC098-28C1-4FCE-9D51-4A25329D073E}" dt="2025-09-19T20:35:47.711" v="9" actId="6549"/>
        <pc:sldMkLst>
          <pc:docMk/>
          <pc:sldMk cId="1441490408" sldId="285"/>
        </pc:sldMkLst>
        <pc:spChg chg="mod">
          <ac:chgData name="Hamdy Bakry" userId="ee865345f39d1fa7" providerId="LiveId" clId="{C12EC098-28C1-4FCE-9D51-4A25329D073E}" dt="2025-09-19T20:35:47.711" v="9" actId="6549"/>
          <ac:spMkLst>
            <pc:docMk/>
            <pc:sldMk cId="1441490408" sldId="285"/>
            <ac:spMk id="3" creationId="{AF094F4A-2130-CCFE-8F68-8BF133DA6C87}"/>
          </ac:spMkLst>
        </pc:spChg>
      </pc:sldChg>
      <pc:sldChg chg="modSp mod">
        <pc:chgData name="Hamdy Bakry" userId="ee865345f39d1fa7" providerId="LiveId" clId="{C12EC098-28C1-4FCE-9D51-4A25329D073E}" dt="2025-09-19T20:35:35.114" v="4" actId="6549"/>
        <pc:sldMkLst>
          <pc:docMk/>
          <pc:sldMk cId="1844544859" sldId="293"/>
        </pc:sldMkLst>
        <pc:spChg chg="mod">
          <ac:chgData name="Hamdy Bakry" userId="ee865345f39d1fa7" providerId="LiveId" clId="{C12EC098-28C1-4FCE-9D51-4A25329D073E}" dt="2025-09-19T20:35:35.114" v="4" actId="6549"/>
          <ac:spMkLst>
            <pc:docMk/>
            <pc:sldMk cId="1844544859" sldId="293"/>
            <ac:spMk id="3" creationId="{9E32BED1-D433-54DB-D471-CA76A701638E}"/>
          </ac:spMkLst>
        </pc:spChg>
      </pc:sldChg>
      <pc:sldChg chg="modSp mod">
        <pc:chgData name="Hamdy Bakry" userId="ee865345f39d1fa7" providerId="LiveId" clId="{C12EC098-28C1-4FCE-9D51-4A25329D073E}" dt="2025-09-19T20:47:13.496" v="61" actId="6549"/>
        <pc:sldMkLst>
          <pc:docMk/>
          <pc:sldMk cId="3486997942" sldId="301"/>
        </pc:sldMkLst>
        <pc:spChg chg="mod">
          <ac:chgData name="Hamdy Bakry" userId="ee865345f39d1fa7" providerId="LiveId" clId="{C12EC098-28C1-4FCE-9D51-4A25329D073E}" dt="2025-09-19T20:47:13.496" v="61" actId="6549"/>
          <ac:spMkLst>
            <pc:docMk/>
            <pc:sldMk cId="3486997942" sldId="301"/>
            <ac:spMk id="3" creationId="{454C5855-C9C3-B7F3-6806-304F0E8C981D}"/>
          </ac:spMkLst>
        </pc:spChg>
      </pc:sldChg>
      <pc:sldChg chg="modSp mod">
        <pc:chgData name="Hamdy Bakry" userId="ee865345f39d1fa7" providerId="LiveId" clId="{C12EC098-28C1-4FCE-9D51-4A25329D073E}" dt="2025-09-19T20:48:08.178" v="85" actId="20577"/>
        <pc:sldMkLst>
          <pc:docMk/>
          <pc:sldMk cId="479177165" sldId="303"/>
        </pc:sldMkLst>
        <pc:spChg chg="mod">
          <ac:chgData name="Hamdy Bakry" userId="ee865345f39d1fa7" providerId="LiveId" clId="{C12EC098-28C1-4FCE-9D51-4A25329D073E}" dt="2025-09-19T20:48:08.178" v="85" actId="20577"/>
          <ac:spMkLst>
            <pc:docMk/>
            <pc:sldMk cId="479177165" sldId="303"/>
            <ac:spMk id="3" creationId="{116E88A3-6887-E697-3B5E-6536F8D8B8D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9CA84-FB04-E19E-B52C-1CF5CF74E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8864E-C13A-A641-7DA1-1565377E0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4120B-3A98-E527-51D4-DFB7751B5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27565-1F24-BD50-72C9-06FC169D7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48A8B-B2CF-7384-903E-18F85D15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5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3D7D7-6A11-D20D-D73E-5E085C65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E0306-1C7E-DD07-DE48-6E823D0E0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9D1B3-9D55-36B2-2D3B-DF9BFB0B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607AC-B0DC-2937-95D7-5AC46BCE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D9DF2-C5F9-48C3-DF3B-71162264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27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DEAE8-5F0C-0540-78C3-D5F5CAF31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69464-2F8D-E0AD-C96D-A9FEED0EB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FB1E0-A65B-CDDE-8673-F720C488F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4F6CF-D5BF-1015-F30C-6A3BD7D22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0E7BD-C46D-0D69-2860-CA41575BB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52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F2BAA-3291-11E8-758E-AA65BDD92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6198A-B132-CEFC-E326-C11062A6C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E9E2A-8C3A-6C11-3D80-62F8925DD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11621-489E-A34C-705D-39A734B34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61815-A1A0-B8B2-06C6-4E3B7EEAC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1A0FF-332B-28DA-02A6-5F7614C4C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52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2CA8-AB80-4DED-C075-0EECFC376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29AB7-91FE-0E58-5D27-38F7B30FC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7D540-CE58-3E30-CB56-1D5F071CA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012494-F389-24E3-3DBF-3CBFD15DF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7CCA3-BA94-B248-91B8-485E8F2E4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226E0-146B-AF50-5848-E0F0E7E50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34DF07-9000-8912-8245-20B31CB11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B95D-0C30-259E-D7B0-55EF6529C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37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0F96A-F8C0-491F-109D-65168FD9D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1B8782-5FCE-8AB0-80A0-B47C9B80E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ACEF0-5AA1-E4B8-EDEB-28E006B6D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20D05-15C0-6E6F-B693-ACBF79231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397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45562-4D24-0B28-F44D-D9E838698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2E614D-D8CC-1EDA-CDE3-3BFDC368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1793B-4F37-B037-4EEC-E0BCE6AC3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76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23BE2-6A6C-4C4D-3CAB-D99BD6530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C5728-8C18-A349-F6D1-FC06835F1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EB2AD-3458-E508-B1D0-027953628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7C358-4F51-A970-10F8-B0BB5FCF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EA4F-FAF5-702E-A6E3-D9037C9F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22068-A9F2-D2B8-BF03-C8984709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1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19EA-4DD5-1C71-7640-C8B84113B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035F39-A96B-BC56-91CA-264FC652BC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7BC8E-877A-0316-B559-CE6CDFDED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17A28-3383-E531-6FA2-C31E6D65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7A8D8-D2A3-7BED-7DCF-0DD63AB4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025A1-D58E-E9C9-CD66-2A296350D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15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D138-328F-380C-DCAA-33AC37B5E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753CF-6DFD-8FFE-889D-1737AC269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279B6-0C10-FB1A-4D2D-E8837FFA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28D25-A6FF-77EA-ECE9-0D69A5F56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670BF-0F56-F8F2-DECC-E1E33E61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6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EA216D-A3E9-FB88-9E3B-F994E5E22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919D5-7302-ABCC-BD4E-81920A574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8E3D1-207A-181E-2701-F5563DDA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5C7ED-36AF-421C-BF98-DDDF56C4043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89A77-94F6-1631-B0FC-5EF28736E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0B2FF-6C0F-2E07-BC20-0241BAFC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62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038F1-CED4-2090-7762-335488D9D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7E0CF-8DFE-D578-5E08-BC9EF015E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7D561-1F6A-AE5A-DC72-176CCE9D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5C7ED-36AF-421C-BF98-DDDF56C4043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B5238-FA57-8902-6950-98F8DEE7B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CF9A3-C618-FFD7-A049-08D121936C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733A2-E69F-4F30-92FE-71B7A40FA155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AA1F843-F0F3-9F51-1AA6-CA3B1FBA2847}"/>
              </a:ext>
            </a:extLst>
          </p:cNvPr>
          <p:cNvGrpSpPr/>
          <p:nvPr userDrawn="1"/>
        </p:nvGrpSpPr>
        <p:grpSpPr>
          <a:xfrm>
            <a:off x="10289546" y="71302"/>
            <a:ext cx="1841500" cy="780108"/>
            <a:chOff x="37183" y="0"/>
            <a:chExt cx="1841500" cy="780184"/>
          </a:xfrm>
        </p:grpSpPr>
        <p:sp>
          <p:nvSpPr>
            <p:cNvPr id="11" name="Text Box 54">
              <a:extLst>
                <a:ext uri="{FF2B5EF4-FFF2-40B4-BE49-F238E27FC236}">
                  <a16:creationId xmlns:a16="http://schemas.microsoft.com/office/drawing/2014/main" id="{8D83551B-1C0E-60DB-3FC4-5D31B02B976D}"/>
                </a:ext>
              </a:extLst>
            </p:cNvPr>
            <p:cNvSpPr txBox="1"/>
            <p:nvPr userDrawn="1"/>
          </p:nvSpPr>
          <p:spPr>
            <a:xfrm>
              <a:off x="37183" y="600167"/>
              <a:ext cx="1841500" cy="180017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="horz" wrap="square" lIns="0" tIns="36000" rIns="0" bIns="360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+mn-ea"/>
                  <a:cs typeface="Arial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lang="en-US" sz="1100" b="1" kern="100" spc="150" baseline="0" dirty="0">
                  <a:ln w="6731" cap="flat" cmpd="sng" algn="ctr">
                    <a:noFill/>
                    <a:prstDash val="solid"/>
                    <a:round/>
                  </a:ln>
                  <a:solidFill>
                    <a:srgbClr val="70AD47"/>
                  </a:solidFill>
                  <a:effectLst>
                    <a:outerShdw blurRad="63500" dist="50800" dir="2700000" sx="0" sy="0">
                      <a:srgbClr val="000000">
                        <a:alpha val="50000"/>
                      </a:srgbClr>
                    </a:outerShdw>
                  </a:effectLst>
                  <a:latin typeface="Aptos" panose="020B0004020202020204" pitchFamily="34" charset="0"/>
                  <a:cs typeface="Arial" panose="020B0604020202020204" pitchFamily="34" charset="0"/>
                </a:rPr>
                <a:t>FACULTY OF MEDICINE</a:t>
              </a:r>
              <a:endParaRPr lang="en-US" sz="1100" b="1" kern="100" spc="150" baseline="0" dirty="0">
                <a:ln w="6731" cap="flat" cmpd="sng" algn="ctr">
                  <a:solidFill>
                    <a:srgbClr val="44546A"/>
                  </a:solidFill>
                  <a:prstDash val="solid"/>
                  <a:round/>
                </a:ln>
                <a:solidFill>
                  <a:srgbClr val="70AD47"/>
                </a:solidFill>
                <a:effectLst>
                  <a:outerShdw blurRad="63500" dist="50800" dir="2700000" sx="0" sy="0">
                    <a:srgbClr val="000000">
                      <a:alpha val="50000"/>
                    </a:srgbClr>
                  </a:outerShdw>
                </a:effectLst>
                <a:latin typeface="Aptos" panose="020B00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3A0FE18-FBEA-3441-BD4A-CAB3818BF8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83" y="0"/>
              <a:ext cx="1841500" cy="60071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878252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2F3F-9A51-4C6B-9618-B86C8A16E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1526A1"/>
                </a:solidFill>
                <a:latin typeface="Gill Sans MT" panose="020B0502020104020203" pitchFamily="34" charset="0"/>
              </a:rPr>
              <a:t>Clinical Assessment of Pregnant Women: </a:t>
            </a:r>
            <a:br>
              <a:rPr lang="en-US" sz="5400" dirty="0">
                <a:solidFill>
                  <a:schemeClr val="accent6"/>
                </a:solidFill>
                <a:latin typeface="Gill Sans MT" panose="020B0502020104020203" pitchFamily="34" charset="0"/>
              </a:rPr>
            </a:br>
            <a:r>
              <a:rPr lang="en-US" sz="5400" b="1" dirty="0">
                <a:solidFill>
                  <a:schemeClr val="accent6"/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1. History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6BE031-2D49-7E22-7D70-D07606463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289898"/>
              </p:ext>
            </p:extLst>
          </p:nvPr>
        </p:nvGraphicFramePr>
        <p:xfrm>
          <a:off x="2032000" y="4227637"/>
          <a:ext cx="8128000" cy="94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4993833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303863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i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Course Director</a:t>
                      </a:r>
                      <a:endParaRPr lang="en-US" sz="2400" i="0" u="none" strike="noStrike" dirty="0">
                        <a:effectLst/>
                      </a:endParaRPr>
                    </a:p>
                    <a:p>
                      <a:pPr marL="0" marR="0" indent="0" algn="ctr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i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Prof. Yasser Galal</a:t>
                      </a:r>
                      <a:endParaRPr lang="en-US" sz="2400" b="0" i="0" u="none" strike="noStrike" kern="12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Presented by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 Hamdy Bakry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606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893136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2FF1-E9D1-D9FA-0C66-10F3BA231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Clinical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23ED2-8284-E7A2-166C-1A825DAC3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dirty="0"/>
              <a:t>Approach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Assessment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The Obstetric Diagnosis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Management Plan </a:t>
            </a:r>
          </a:p>
        </p:txBody>
      </p:sp>
    </p:spTree>
    <p:extLst>
      <p:ext uri="{BB962C8B-B14F-4D97-AF65-F5344CB8AC3E}">
        <p14:creationId xmlns:p14="http://schemas.microsoft.com/office/powerpoint/2010/main" val="383875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3830C-7A26-4D3A-A640-7CD1568F8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Approach to your patient’s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F3EE8-1899-43B5-9A36-F767B3EEF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00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Patients present with a </a:t>
            </a:r>
            <a:r>
              <a:rPr lang="en-US" b="1" dirty="0"/>
              <a:t>complaint</a:t>
            </a:r>
            <a:r>
              <a:rPr lang="en-US" dirty="0"/>
              <a:t>, NOT the diagnosis.</a:t>
            </a:r>
          </a:p>
          <a:p>
            <a:r>
              <a:rPr lang="en-US" dirty="0"/>
              <a:t>You reach the diagnosis through clinical assessment.</a:t>
            </a:r>
          </a:p>
          <a:p>
            <a:r>
              <a:rPr lang="en-US" dirty="0"/>
              <a:t>In Obstetrics, we provide care for two: the mother &amp; the fetus</a:t>
            </a:r>
          </a:p>
          <a:p>
            <a:r>
              <a:rPr lang="en-US" b="1" dirty="0"/>
              <a:t>Assessment</a:t>
            </a:r>
            <a:r>
              <a:rPr lang="en-US" dirty="0"/>
              <a:t> (maternal &amp; fetal) is through: </a:t>
            </a:r>
            <a:br>
              <a:rPr lang="en-US" dirty="0"/>
            </a:br>
            <a:r>
              <a:rPr lang="en-US" sz="2200" dirty="0">
                <a:cs typeface="Calibri" panose="020F0502020204030204" pitchFamily="34" charset="0"/>
              </a:rPr>
              <a:t>❶ </a:t>
            </a:r>
            <a:r>
              <a:rPr lang="en-US" dirty="0"/>
              <a:t>History, </a:t>
            </a:r>
            <a:r>
              <a:rPr lang="en-US" sz="2200" dirty="0">
                <a:cs typeface="Calibri" panose="020F0502020204030204" pitchFamily="34" charset="0"/>
              </a:rPr>
              <a:t>❷ </a:t>
            </a:r>
            <a:r>
              <a:rPr lang="en-US" dirty="0"/>
              <a:t>Examination (G/A/P) and </a:t>
            </a:r>
            <a:r>
              <a:rPr lang="en-US" sz="2200" dirty="0">
                <a:cs typeface="Calibri" panose="020F0502020204030204" pitchFamily="34" charset="0"/>
              </a:rPr>
              <a:t>❸ </a:t>
            </a:r>
            <a:r>
              <a:rPr lang="en-US" dirty="0"/>
              <a:t>Investigations. </a:t>
            </a:r>
            <a:br>
              <a:rPr lang="en-US" dirty="0"/>
            </a:br>
            <a:r>
              <a:rPr lang="en-US" dirty="0"/>
              <a:t>It should happen this way, not the other way round.</a:t>
            </a:r>
          </a:p>
          <a:p>
            <a:r>
              <a:rPr lang="en-US" sz="2600" dirty="0"/>
              <a:t>It’s OK to start with a differential and narrow it down. </a:t>
            </a:r>
            <a:r>
              <a:rPr lang="en-US" sz="2600" i="1" dirty="0"/>
              <a:t>This is the norm in Medicine.</a:t>
            </a:r>
          </a:p>
          <a:p>
            <a:pPr lvl="1" defTabSz="215900"/>
            <a:r>
              <a:rPr lang="en-US" dirty="0"/>
              <a:t>History 				</a:t>
            </a:r>
            <a:r>
              <a:rPr lang="en-US" dirty="0">
                <a:sym typeface="Symbol" panose="05050102010706020507" pitchFamily="18" charset="2"/>
              </a:rPr>
              <a:t> 	Differential diagnosis</a:t>
            </a:r>
          </a:p>
          <a:p>
            <a:pPr lvl="1" defTabSz="215900"/>
            <a:r>
              <a:rPr lang="en-US" dirty="0">
                <a:sym typeface="Symbol" panose="05050102010706020507" pitchFamily="18" charset="2"/>
              </a:rPr>
              <a:t>Examination 		 	Provisional diagnosis (?)</a:t>
            </a:r>
          </a:p>
          <a:p>
            <a:pPr lvl="1" defTabSz="215900"/>
            <a:r>
              <a:rPr lang="en-US" dirty="0">
                <a:sym typeface="Symbol" panose="05050102010706020507" pitchFamily="18" charset="2"/>
              </a:rPr>
              <a:t>Investigations 	 	Definitive diagnosis (usually!)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438654"/>
      </p:ext>
    </p:extLst>
  </p:cSld>
  <p:clrMapOvr>
    <a:masterClrMapping/>
  </p:clrMapOvr>
  <p:transition spd="slow"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0EC0BB-E61E-509F-8508-331682500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Clinical Assessment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86DB04-CFAF-A5BA-633A-A10BE8F0E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273050" indent="-273050">
              <a:buFont typeface="+mj-lt"/>
              <a:buAutoNum type="arabicPeriod"/>
            </a:pPr>
            <a:r>
              <a:rPr lang="en-US" b="1" dirty="0"/>
              <a:t>History</a:t>
            </a:r>
            <a:r>
              <a:rPr lang="en-US" dirty="0"/>
              <a:t> </a:t>
            </a:r>
          </a:p>
          <a:p>
            <a:pPr marL="273050" indent="-273050">
              <a:buFont typeface="+mj-lt"/>
              <a:buAutoNum type="arabicPeriod"/>
            </a:pPr>
            <a:r>
              <a:rPr lang="en-US" sz="2900" b="1" dirty="0"/>
              <a:t>Examination</a:t>
            </a:r>
          </a:p>
          <a:p>
            <a:pPr lvl="1"/>
            <a:r>
              <a:rPr lang="en-US" u="sng" dirty="0"/>
              <a:t>General</a:t>
            </a:r>
            <a:r>
              <a:rPr lang="en-US" dirty="0"/>
              <a:t>: as usual + other systems</a:t>
            </a:r>
          </a:p>
          <a:p>
            <a:pPr lvl="1"/>
            <a:r>
              <a:rPr lang="en-US" u="sng" dirty="0"/>
              <a:t>Abdominal</a:t>
            </a:r>
            <a:r>
              <a:rPr lang="en-US" dirty="0"/>
              <a:t>: as usual + gravid uterus</a:t>
            </a:r>
          </a:p>
          <a:p>
            <a:pPr lvl="2"/>
            <a:r>
              <a:rPr lang="en-US" dirty="0"/>
              <a:t>Inspection</a:t>
            </a:r>
          </a:p>
          <a:p>
            <a:pPr lvl="2"/>
            <a:r>
              <a:rPr lang="en-US" dirty="0"/>
              <a:t>Palpation</a:t>
            </a:r>
          </a:p>
          <a:p>
            <a:pPr lvl="3"/>
            <a:r>
              <a:rPr lang="en-US" dirty="0"/>
              <a:t>Fundal height</a:t>
            </a:r>
          </a:p>
          <a:p>
            <a:pPr lvl="3"/>
            <a:r>
              <a:rPr lang="en-US" dirty="0"/>
              <a:t>4 maneuvers of Leopold </a:t>
            </a:r>
          </a:p>
          <a:p>
            <a:pPr lvl="3"/>
            <a:r>
              <a:rPr lang="en-US" dirty="0"/>
              <a:t>Uterine contractions </a:t>
            </a:r>
          </a:p>
          <a:p>
            <a:pPr lvl="2"/>
            <a:r>
              <a:rPr lang="en-US" dirty="0"/>
              <a:t>? Percussion </a:t>
            </a:r>
          </a:p>
          <a:p>
            <a:pPr lvl="2"/>
            <a:r>
              <a:rPr lang="en-US" dirty="0"/>
              <a:t>Auscultation</a:t>
            </a:r>
          </a:p>
          <a:p>
            <a:pPr lvl="1"/>
            <a:r>
              <a:rPr lang="en-US" u="sng" dirty="0"/>
              <a:t>Pelvic</a:t>
            </a:r>
            <a:r>
              <a:rPr lang="en-US" dirty="0"/>
              <a:t> (vaginal)</a:t>
            </a:r>
          </a:p>
          <a:p>
            <a:pPr lvl="2"/>
            <a:r>
              <a:rPr lang="en-US" dirty="0"/>
              <a:t>Digital/bimanual</a:t>
            </a:r>
          </a:p>
          <a:p>
            <a:pPr lvl="2"/>
            <a:r>
              <a:rPr lang="en-US" dirty="0"/>
              <a:t>Speculum  </a:t>
            </a:r>
          </a:p>
          <a:p>
            <a:pPr marL="273050" indent="-273050">
              <a:buFont typeface="+mj-lt"/>
              <a:buAutoNum type="arabicPeriod"/>
            </a:pPr>
            <a:r>
              <a:rPr lang="en-US" sz="2900" b="1" dirty="0"/>
              <a:t>Investigations</a:t>
            </a:r>
          </a:p>
          <a:p>
            <a:pPr lvl="1"/>
            <a:r>
              <a:rPr lang="en-US" dirty="0"/>
              <a:t>Labs</a:t>
            </a:r>
          </a:p>
          <a:p>
            <a:pPr lvl="1"/>
            <a:r>
              <a:rPr lang="en-US" dirty="0"/>
              <a:t>Imaging </a:t>
            </a:r>
          </a:p>
          <a:p>
            <a:pPr lvl="1"/>
            <a:r>
              <a:rPr lang="en-US" dirty="0"/>
              <a:t>Fetal wellbeing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090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A6D114-94C4-82F5-025B-6C688C866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65FE5F-75A3-CF09-5677-03BA866AF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Personal History</a:t>
            </a:r>
          </a:p>
          <a:p>
            <a:r>
              <a:rPr lang="en-US" dirty="0"/>
              <a:t>Complaint &amp; Duration</a:t>
            </a:r>
          </a:p>
          <a:p>
            <a:r>
              <a:rPr lang="en-US" dirty="0"/>
              <a:t>Present History</a:t>
            </a:r>
          </a:p>
          <a:p>
            <a:r>
              <a:rPr lang="en-US" dirty="0"/>
              <a:t>Menstrual History</a:t>
            </a:r>
          </a:p>
          <a:p>
            <a:r>
              <a:rPr lang="en-US" dirty="0"/>
              <a:t>Contraceptive History</a:t>
            </a:r>
          </a:p>
          <a:p>
            <a:r>
              <a:rPr lang="en-US" dirty="0"/>
              <a:t>Pap Smear History</a:t>
            </a:r>
          </a:p>
          <a:p>
            <a:r>
              <a:rPr lang="en-US" dirty="0"/>
              <a:t>Obstetric History</a:t>
            </a:r>
          </a:p>
          <a:p>
            <a:r>
              <a:rPr lang="en-US" dirty="0"/>
              <a:t>Past Medical History</a:t>
            </a:r>
          </a:p>
          <a:p>
            <a:r>
              <a:rPr lang="en-US" dirty="0"/>
              <a:t>Past Surgical History</a:t>
            </a:r>
          </a:p>
          <a:p>
            <a:r>
              <a:rPr lang="en-US" dirty="0"/>
              <a:t>Family History</a:t>
            </a:r>
          </a:p>
          <a:p>
            <a:r>
              <a:rPr lang="en-US" dirty="0"/>
              <a:t>Social History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824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98EC-8310-4F67-411D-5E0762D8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Personal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54249-9157-E1C6-00A0-6F607B6E9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Full name:</a:t>
            </a:r>
          </a:p>
          <a:p>
            <a:r>
              <a:rPr lang="en-US" dirty="0"/>
              <a:t>Age (DOB):</a:t>
            </a:r>
          </a:p>
          <a:p>
            <a:r>
              <a:rPr lang="en-US" dirty="0"/>
              <a:t>Marital status (single/married/divorced/widow/2</a:t>
            </a:r>
            <a:r>
              <a:rPr lang="en-US" baseline="30000" dirty="0"/>
              <a:t>nd</a:t>
            </a:r>
            <a:r>
              <a:rPr lang="en-US" dirty="0"/>
              <a:t> marriage)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for:</a:t>
            </a:r>
          </a:p>
          <a:p>
            <a:r>
              <a:rPr lang="en-US" dirty="0"/>
              <a:t>Born in: 		</a:t>
            </a:r>
          </a:p>
          <a:p>
            <a:r>
              <a:rPr lang="en-US" dirty="0"/>
              <a:t>Lives in / with:                                           </a:t>
            </a:r>
          </a:p>
          <a:p>
            <a:r>
              <a:rPr lang="en-US" dirty="0"/>
              <a:t>Occupation:                                   </a:t>
            </a:r>
          </a:p>
          <a:p>
            <a:r>
              <a:rPr lang="en-US" dirty="0"/>
              <a:t>Blood group / Rh typing (if known)</a:t>
            </a:r>
          </a:p>
          <a:p>
            <a:r>
              <a:rPr lang="en-US" dirty="0"/>
              <a:t>Hospital ID number (if relevant):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4800" dirty="0">
                <a:highlight>
                  <a:srgbClr val="FFFF00"/>
                </a:highlight>
                <a:latin typeface="+mj-lt"/>
                <a:ea typeface="+mj-ea"/>
                <a:cs typeface="+mj-cs"/>
              </a:rPr>
              <a:t>Complaint(s) &amp; Duration</a:t>
            </a:r>
          </a:p>
        </p:txBody>
      </p:sp>
    </p:spTree>
    <p:extLst>
      <p:ext uri="{BB962C8B-B14F-4D97-AF65-F5344CB8AC3E}">
        <p14:creationId xmlns:p14="http://schemas.microsoft.com/office/powerpoint/2010/main" val="1301641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312E-9414-16CB-C85E-D732FD49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Present History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1. History of Present Pregnancy (1/3)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94F4A-2130-CCFE-8F68-8BF133DA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Gravidity?   </a:t>
            </a:r>
          </a:p>
          <a:p>
            <a:pPr lvl="1"/>
            <a:r>
              <a:rPr lang="en-US" dirty="0"/>
              <a:t>How many times she got pregnant including the current pregnancy? </a:t>
            </a:r>
            <a:br>
              <a:rPr lang="en-US" dirty="0"/>
            </a:br>
            <a:r>
              <a:rPr lang="en-US" dirty="0"/>
              <a:t>(e.g. She is in her second pregnancy) </a:t>
            </a:r>
          </a:p>
          <a:p>
            <a:pPr lvl="1"/>
            <a:endParaRPr lang="en-US" dirty="0"/>
          </a:p>
          <a:p>
            <a:r>
              <a:rPr lang="en-US" b="1" dirty="0"/>
              <a:t>How pregnancy occurred? </a:t>
            </a:r>
          </a:p>
          <a:p>
            <a:pPr lvl="1"/>
            <a:r>
              <a:rPr lang="en-US" dirty="0"/>
              <a:t>Spontaneous</a:t>
            </a:r>
          </a:p>
          <a:p>
            <a:pPr lvl="1"/>
            <a:r>
              <a:rPr lang="en-US" dirty="0"/>
              <a:t>Failure of contraception </a:t>
            </a:r>
          </a:p>
          <a:p>
            <a:pPr lvl="1"/>
            <a:r>
              <a:rPr lang="en-US" dirty="0"/>
              <a:t>Infertility treatment (e.g. induction of ovulation / IVF)</a:t>
            </a:r>
          </a:p>
        </p:txBody>
      </p:sp>
    </p:spTree>
    <p:extLst>
      <p:ext uri="{BB962C8B-B14F-4D97-AF65-F5344CB8AC3E}">
        <p14:creationId xmlns:p14="http://schemas.microsoft.com/office/powerpoint/2010/main" val="4186268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312E-9414-16CB-C85E-D732FD49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Present History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1. History of Present Pregnancy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94F4A-2130-CCFE-8F68-8BF133DA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was pregnancy confirmed?</a:t>
            </a:r>
          </a:p>
          <a:p>
            <a:pPr lvl="1"/>
            <a:r>
              <a:rPr lang="en-US" b="1" dirty="0"/>
              <a:t>By Symptoms:</a:t>
            </a:r>
          </a:p>
          <a:p>
            <a:pPr lvl="2"/>
            <a:r>
              <a:rPr lang="en-US" dirty="0"/>
              <a:t>Secondary amenorrhea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document the 1</a:t>
            </a:r>
            <a:r>
              <a:rPr lang="en-US" baseline="30000" dirty="0"/>
              <a:t>st</a:t>
            </a:r>
            <a:r>
              <a:rPr lang="en-US" dirty="0"/>
              <a:t> day of her </a:t>
            </a:r>
            <a:r>
              <a:rPr lang="en-US" b="1" dirty="0"/>
              <a:t>LMP</a:t>
            </a:r>
            <a:r>
              <a:rPr lang="en-US" dirty="0"/>
              <a:t>? determine if the </a:t>
            </a:r>
            <a:r>
              <a:rPr lang="en-US" b="1" dirty="0"/>
              <a:t>patient is sure</a:t>
            </a:r>
            <a:r>
              <a:rPr lang="en-US" dirty="0"/>
              <a:t> and if </a:t>
            </a:r>
            <a:r>
              <a:rPr lang="en-US" b="1" dirty="0"/>
              <a:t>reliable</a:t>
            </a:r>
          </a:p>
          <a:p>
            <a:pPr lvl="3"/>
            <a:r>
              <a:rPr lang="en-US" b="1" dirty="0"/>
              <a:t>Sure</a:t>
            </a:r>
            <a:r>
              <a:rPr lang="en-US" dirty="0"/>
              <a:t> (if she knows her 1</a:t>
            </a:r>
            <a:r>
              <a:rPr lang="en-US" baseline="30000" dirty="0"/>
              <a:t>st</a:t>
            </a:r>
            <a:r>
              <a:rPr lang="en-US" dirty="0"/>
              <a:t> day of her LMP), </a:t>
            </a:r>
          </a:p>
          <a:p>
            <a:pPr lvl="3"/>
            <a:r>
              <a:rPr lang="en-US" b="1" dirty="0"/>
              <a:t>Reliable</a:t>
            </a:r>
            <a:r>
              <a:rPr lang="en-US" dirty="0"/>
              <a:t> (if regular + no BF or hormonal treatment including CHC)</a:t>
            </a:r>
          </a:p>
          <a:p>
            <a:pPr lvl="2"/>
            <a:r>
              <a:rPr lang="en-US" dirty="0"/>
              <a:t>Other symptoms of pregnancy: breast enlargement, frequency of micturition etc.</a:t>
            </a:r>
          </a:p>
          <a:p>
            <a:pPr lvl="1"/>
            <a:r>
              <a:rPr lang="en-US" b="1" dirty="0"/>
              <a:t>By Investigation: </a:t>
            </a:r>
          </a:p>
          <a:p>
            <a:pPr lvl="2" defTabSz="179388"/>
            <a:r>
              <a:rPr lang="en-US" b="1" dirty="0"/>
              <a:t>BHCG</a:t>
            </a:r>
            <a:r>
              <a:rPr lang="en-US" dirty="0"/>
              <a:t> (+/-) 			- </a:t>
            </a:r>
            <a:r>
              <a:rPr lang="en-US" b="1" dirty="0"/>
              <a:t>Date</a:t>
            </a:r>
            <a:r>
              <a:rPr lang="en-US" dirty="0"/>
              <a:t>: On	 …		- </a:t>
            </a:r>
            <a:r>
              <a:rPr lang="en-US" b="1" dirty="0"/>
              <a:t>Quantitative BHCG level </a:t>
            </a:r>
            <a:r>
              <a:rPr lang="en-US" dirty="0"/>
              <a:t>(if relevant): … </a:t>
            </a:r>
            <a:r>
              <a:rPr lang="en-US" dirty="0" err="1"/>
              <a:t>mIU</a:t>
            </a:r>
            <a:r>
              <a:rPr lang="en-US" dirty="0"/>
              <a:t>/mL </a:t>
            </a:r>
          </a:p>
          <a:p>
            <a:pPr lvl="2" defTabSz="179388"/>
            <a:r>
              <a:rPr lang="en-US" b="1" dirty="0"/>
              <a:t>US</a:t>
            </a:r>
            <a:r>
              <a:rPr lang="en-US" dirty="0"/>
              <a:t> (TVS/TAS)		- </a:t>
            </a:r>
            <a:r>
              <a:rPr lang="en-US" b="1" dirty="0"/>
              <a:t>Date</a:t>
            </a:r>
            <a:r>
              <a:rPr lang="en-US" dirty="0"/>
              <a:t>: On …		- </a:t>
            </a:r>
            <a:r>
              <a:rPr lang="en-US" b="1" dirty="0"/>
              <a:t>Findings</a:t>
            </a:r>
            <a:r>
              <a:rPr lang="en-US" dirty="0"/>
              <a:t>: IUP? (G. Sac, F. Pole, F. heart activity)       </a:t>
            </a:r>
          </a:p>
          <a:p>
            <a:pPr lvl="2"/>
            <a:r>
              <a:rPr lang="en-US" b="1" dirty="0"/>
              <a:t>Other findings</a:t>
            </a:r>
            <a:r>
              <a:rPr lang="en-US" dirty="0"/>
              <a:t>: e.g. twins, ? Ectopic, ? molar pregnancy, hematoma, low-lying placenta, cervical incompetence, </a:t>
            </a:r>
            <a:r>
              <a:rPr lang="en-US" dirty="0" err="1"/>
              <a:t>etc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1490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312E-9414-16CB-C85E-D732FD49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Present History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1. History of Present Pregnancy (3/3)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94F4A-2130-CCFE-8F68-8BF133DA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Consideration whether this pregnancy is</a:t>
            </a:r>
          </a:p>
          <a:p>
            <a:pPr lvl="1"/>
            <a:r>
              <a:rPr lang="en-US" dirty="0"/>
              <a:t>Planned vs unplanned   	</a:t>
            </a:r>
          </a:p>
          <a:p>
            <a:pPr lvl="1"/>
            <a:r>
              <a:rPr lang="en-US" dirty="0"/>
              <a:t>Wanted vs unwanted (?)</a:t>
            </a:r>
          </a:p>
          <a:p>
            <a:pPr lvl="1"/>
            <a:endParaRPr lang="en-US" dirty="0"/>
          </a:p>
          <a:p>
            <a:r>
              <a:rPr lang="en-US" b="1" dirty="0"/>
              <a:t>The booking visit </a:t>
            </a:r>
            <a:r>
              <a:rPr lang="en-US" dirty="0"/>
              <a:t>(first antenatal care visit)  </a:t>
            </a:r>
          </a:p>
          <a:p>
            <a:pPr lvl="1"/>
            <a:r>
              <a:rPr lang="en-US" dirty="0"/>
              <a:t>Date of first ANC visit, if already booked</a:t>
            </a:r>
          </a:p>
          <a:p>
            <a:pPr lvl="1"/>
            <a:r>
              <a:rPr lang="en-US" dirty="0"/>
              <a:t>Gestational age (GA) at booking visit using LNMP (if sure and reliable) </a:t>
            </a:r>
          </a:p>
        </p:txBody>
      </p:sp>
    </p:spTree>
    <p:extLst>
      <p:ext uri="{BB962C8B-B14F-4D97-AF65-F5344CB8AC3E}">
        <p14:creationId xmlns:p14="http://schemas.microsoft.com/office/powerpoint/2010/main" val="2883018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312E-9414-16CB-C85E-D732FD49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Present History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2. History of the presenting complaint (1/5)</a:t>
            </a:r>
            <a:br>
              <a:rPr lang="en-US" dirty="0"/>
            </a:br>
            <a:r>
              <a:rPr lang="en-US" sz="4000" dirty="0"/>
              <a:t>(with analysis &amp; duration of each)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94F4A-2130-CCFE-8F68-8BF133DA6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76563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Vaginal Bleeding: </a:t>
            </a:r>
          </a:p>
          <a:p>
            <a:pPr lvl="1"/>
            <a:r>
              <a:rPr lang="en-US" dirty="0"/>
              <a:t>onset, </a:t>
            </a:r>
          </a:p>
          <a:p>
            <a:pPr lvl="1"/>
            <a:r>
              <a:rPr lang="en-US" dirty="0"/>
              <a:t>character (fresh/old), </a:t>
            </a:r>
          </a:p>
          <a:p>
            <a:pPr lvl="1"/>
            <a:r>
              <a:rPr lang="en-US" dirty="0"/>
              <a:t>precipitating factor (trauma, intercourse, PV, procedure, ROM), </a:t>
            </a:r>
          </a:p>
          <a:p>
            <a:pPr lvl="1"/>
            <a:r>
              <a:rPr lang="en-US" dirty="0"/>
              <a:t>severity, </a:t>
            </a:r>
          </a:p>
          <a:p>
            <a:pPr lvl="1"/>
            <a:r>
              <a:rPr lang="en-US" dirty="0"/>
              <a:t>frequency, </a:t>
            </a:r>
          </a:p>
          <a:p>
            <a:pPr lvl="1"/>
            <a:r>
              <a:rPr lang="en-US" dirty="0"/>
              <a:t>progression  </a:t>
            </a:r>
          </a:p>
          <a:p>
            <a:pPr lvl="1"/>
            <a:r>
              <a:rPr lang="en-US" dirty="0"/>
              <a:t>associated symptoms: e.g. abdominal pain, ROM, increased abdominal size, passing of tissue (product of conception, vesicles, clots), excessive vomiting + symptoms of hypovolemic shock.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60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312E-9414-16CB-C85E-D732FD49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Present History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2. History of the presenting complaint (2/5) </a:t>
            </a:r>
            <a:br>
              <a:rPr lang="en-US" dirty="0"/>
            </a:br>
            <a:r>
              <a:rPr lang="en-US" sz="4000" dirty="0"/>
              <a:t>(with analysis &amp; duration of each)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94F4A-2130-CCFE-8F68-8BF133DA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Abdominal Pain: </a:t>
            </a:r>
            <a:r>
              <a:rPr lang="en-US" dirty="0"/>
              <a:t>(SOCRATES) </a:t>
            </a:r>
          </a:p>
          <a:p>
            <a:pPr lvl="1"/>
            <a:r>
              <a:rPr lang="en-US" dirty="0"/>
              <a:t>Site, </a:t>
            </a:r>
          </a:p>
          <a:p>
            <a:pPr lvl="1"/>
            <a:r>
              <a:rPr lang="en-US" dirty="0"/>
              <a:t>Onset, </a:t>
            </a:r>
          </a:p>
          <a:p>
            <a:pPr lvl="1"/>
            <a:r>
              <a:rPr lang="en-US" dirty="0"/>
              <a:t>Character, </a:t>
            </a:r>
          </a:p>
          <a:p>
            <a:pPr lvl="1"/>
            <a:r>
              <a:rPr lang="en-US" dirty="0"/>
              <a:t>Radiation, </a:t>
            </a:r>
          </a:p>
          <a:p>
            <a:pPr lvl="1"/>
            <a:r>
              <a:rPr lang="en-US" dirty="0"/>
              <a:t>Associations (e.g. vaginal bleeding, vomiting)</a:t>
            </a:r>
          </a:p>
          <a:p>
            <a:pPr lvl="1"/>
            <a:r>
              <a:rPr lang="en-US" dirty="0"/>
              <a:t>Time course: continuous, intermittent (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frequency &amp; duration), </a:t>
            </a:r>
          </a:p>
          <a:p>
            <a:pPr lvl="1"/>
            <a:r>
              <a:rPr lang="en-US" dirty="0"/>
              <a:t>Exacerbating / relieving factors, </a:t>
            </a:r>
          </a:p>
          <a:p>
            <a:pPr lvl="1"/>
            <a:r>
              <a:rPr lang="en-US" dirty="0"/>
              <a:t>Severity: on scale 1-10, effect on daily activity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668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312E-9414-16CB-C85E-D732FD49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Present History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2. History of the presenting complaint (3/5) </a:t>
            </a:r>
            <a:br>
              <a:rPr lang="en-US" dirty="0"/>
            </a:br>
            <a:r>
              <a:rPr lang="en-US" sz="4000" dirty="0"/>
              <a:t>(with analysis &amp; duration of each)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94F4A-2130-CCFE-8F68-8BF133DA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b="1" dirty="0"/>
          </a:p>
          <a:p>
            <a:r>
              <a:rPr lang="en-US" b="1" dirty="0"/>
              <a:t>Vomiting: </a:t>
            </a:r>
          </a:p>
          <a:p>
            <a:pPr lvl="1"/>
            <a:r>
              <a:rPr lang="en-US" dirty="0"/>
              <a:t>time, </a:t>
            </a:r>
          </a:p>
          <a:p>
            <a:pPr lvl="1"/>
            <a:r>
              <a:rPr lang="en-US" dirty="0"/>
              <a:t>frequency, </a:t>
            </a:r>
          </a:p>
          <a:p>
            <a:pPr lvl="1"/>
            <a:r>
              <a:rPr lang="en-US" dirty="0"/>
              <a:t>relation to food</a:t>
            </a:r>
          </a:p>
          <a:p>
            <a:pPr lvl="1"/>
            <a:r>
              <a:rPr lang="en-US" dirty="0"/>
              <a:t>associated symptoms (e.g. dehydration, weight loss, abdominal pain, jaundice, increased ICT)</a:t>
            </a:r>
          </a:p>
          <a:p>
            <a:pPr lvl="1"/>
            <a:endParaRPr lang="en-US" dirty="0"/>
          </a:p>
          <a:p>
            <a:r>
              <a:rPr lang="en-US" b="1" dirty="0"/>
              <a:t>Vaginal discharge/ROM:</a:t>
            </a:r>
          </a:p>
          <a:p>
            <a:pPr lvl="1"/>
            <a:r>
              <a:rPr lang="en-US" dirty="0"/>
              <a:t>color, amount, odor, character</a:t>
            </a:r>
          </a:p>
          <a:p>
            <a:pPr lvl="1"/>
            <a:r>
              <a:rPr lang="en-US" dirty="0"/>
              <a:t>associated with (burning, itching)</a:t>
            </a:r>
          </a:p>
        </p:txBody>
      </p:sp>
    </p:spTree>
    <p:extLst>
      <p:ext uri="{BB962C8B-B14F-4D97-AF65-F5344CB8AC3E}">
        <p14:creationId xmlns:p14="http://schemas.microsoft.com/office/powerpoint/2010/main" val="1467306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312E-9414-16CB-C85E-D732FD49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Present History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2. History of the presenting complaint (4/5) </a:t>
            </a:r>
            <a:br>
              <a:rPr lang="en-US" dirty="0"/>
            </a:br>
            <a:r>
              <a:rPr lang="en-US" sz="4000" dirty="0"/>
              <a:t>(with analysis &amp; duration of each)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94F4A-2130-CCFE-8F68-8BF133DA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b="1" dirty="0"/>
          </a:p>
          <a:p>
            <a:r>
              <a:rPr lang="en-US" b="1" dirty="0"/>
              <a:t>Symptoms of severe preeclampsia/eclampsia (after 20 weeks): </a:t>
            </a:r>
            <a:r>
              <a:rPr lang="en-US" dirty="0"/>
              <a:t>(headache, blurring vision, epigastric pain, oliguria, convulsions)</a:t>
            </a:r>
          </a:p>
          <a:p>
            <a:r>
              <a:rPr lang="en-US" b="1" dirty="0"/>
              <a:t>Symptoms of DVT/PE:</a:t>
            </a:r>
            <a:r>
              <a:rPr lang="en-US" dirty="0"/>
              <a:t> swollen legs/hands/face, tender calf, chest pain/dyspnea</a:t>
            </a:r>
          </a:p>
          <a:p>
            <a:r>
              <a:rPr lang="en-US" b="1" dirty="0"/>
              <a:t>Abdominal swelling / Uterine size: </a:t>
            </a:r>
            <a:r>
              <a:rPr lang="en-US" dirty="0"/>
              <a:t>(increased/decreased)</a:t>
            </a:r>
          </a:p>
          <a:p>
            <a:r>
              <a:rPr lang="en-US" b="1" dirty="0"/>
              <a:t>Perception of fetal kicks (after 20 weeks): </a:t>
            </a:r>
            <a:r>
              <a:rPr lang="en-US" dirty="0"/>
              <a:t>when originally felt (quickening) / absent / decreased</a:t>
            </a:r>
          </a:p>
          <a:p>
            <a:r>
              <a:rPr lang="en-US" b="1" dirty="0"/>
              <a:t>Constitutional symptoms: </a:t>
            </a:r>
            <a:r>
              <a:rPr lang="en-US" dirty="0"/>
              <a:t>Fever/rigors, Skin rash/itching, Weight changes (increased/decreased)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80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312E-9414-16CB-C85E-D732FD49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Present History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2. History of the presenting complaint (5/5)</a:t>
            </a:r>
            <a:br>
              <a:rPr lang="en-US" dirty="0"/>
            </a:br>
            <a:r>
              <a:rPr lang="en-US" sz="4000" dirty="0"/>
              <a:t>(with analysis &amp; duration of each)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94F4A-2130-CCFE-8F68-8BF133DA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Effect of the presenting complaint(s) on </a:t>
            </a:r>
            <a:r>
              <a:rPr lang="en-US" b="1" dirty="0"/>
              <a:t>quality of life </a:t>
            </a:r>
            <a:r>
              <a:rPr lang="en-US" dirty="0"/>
              <a:t>&amp; daily activity (in chronic cases)</a:t>
            </a:r>
          </a:p>
          <a:p>
            <a:endParaRPr lang="en-US" dirty="0"/>
          </a:p>
          <a:p>
            <a:r>
              <a:rPr lang="en-US" b="1" dirty="0"/>
              <a:t>Explore ICE (ideas/concerns/expectations) </a:t>
            </a:r>
            <a:r>
              <a:rPr lang="en-US" dirty="0"/>
              <a:t>e.g. what concerns her most / what she is expecting</a:t>
            </a:r>
          </a:p>
        </p:txBody>
      </p:sp>
    </p:spTree>
    <p:extLst>
      <p:ext uri="{BB962C8B-B14F-4D97-AF65-F5344CB8AC3E}">
        <p14:creationId xmlns:p14="http://schemas.microsoft.com/office/powerpoint/2010/main" val="3553504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312E-9414-16CB-C85E-D732FD49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Present History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3. Systems Review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94F4A-2130-CCFE-8F68-8BF133DA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Urinary:</a:t>
            </a:r>
            <a:r>
              <a:rPr lang="en-US" dirty="0"/>
              <a:t> loin pain, color changes, frequency, dysuria, nocturia, SUI</a:t>
            </a:r>
          </a:p>
          <a:p>
            <a:r>
              <a:rPr lang="en-US" b="1" dirty="0"/>
              <a:t>GIT symptoms: </a:t>
            </a:r>
            <a:r>
              <a:rPr lang="en-US" dirty="0"/>
              <a:t>anorexia, jaundice, constipation, vomiting/HEG</a:t>
            </a:r>
          </a:p>
          <a:p>
            <a:r>
              <a:rPr lang="en-US" b="1" dirty="0"/>
              <a:t>CVS symptoms: </a:t>
            </a:r>
            <a:r>
              <a:rPr lang="en-US" dirty="0"/>
              <a:t>Palpitation, dyspnea, Syncope, collapse, chest pain</a:t>
            </a:r>
          </a:p>
          <a:p>
            <a:r>
              <a:rPr lang="en-US" b="1" dirty="0"/>
              <a:t>Hematological:</a:t>
            </a:r>
            <a:r>
              <a:rPr lang="en-US" dirty="0"/>
              <a:t> anemia, bleeding tendencies</a:t>
            </a:r>
          </a:p>
          <a:p>
            <a:r>
              <a:rPr lang="en-US" b="1" dirty="0"/>
              <a:t>Neurological/psychological:</a:t>
            </a:r>
            <a:r>
              <a:rPr lang="en-US" dirty="0"/>
              <a:t> epilepsy, depressed mood, lack of hygiene</a:t>
            </a:r>
          </a:p>
          <a:p>
            <a:r>
              <a:rPr lang="en-US" b="1" dirty="0"/>
              <a:t>Endocrine</a:t>
            </a:r>
            <a:r>
              <a:rPr lang="en-US" dirty="0"/>
              <a:t> (Thyroid / DM)</a:t>
            </a:r>
          </a:p>
        </p:txBody>
      </p:sp>
    </p:spTree>
    <p:extLst>
      <p:ext uri="{BB962C8B-B14F-4D97-AF65-F5344CB8AC3E}">
        <p14:creationId xmlns:p14="http://schemas.microsoft.com/office/powerpoint/2010/main" val="3494764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9312E-9414-16CB-C85E-D732FD49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Present History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4. Course of current antenatal period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94F4A-2130-CCFE-8F68-8BF133DA6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endParaRPr lang="en-US" b="1" dirty="0"/>
          </a:p>
          <a:p>
            <a:r>
              <a:rPr lang="en-US" b="1" dirty="0"/>
              <a:t>Previous episode during the current or a previous pregnancy.</a:t>
            </a:r>
            <a:endParaRPr lang="en-US" dirty="0"/>
          </a:p>
          <a:p>
            <a:r>
              <a:rPr lang="en-US" b="1" dirty="0"/>
              <a:t>Previous hospital admission(s) during current pregnancy.</a:t>
            </a:r>
          </a:p>
          <a:p>
            <a:r>
              <a:rPr lang="en-US" b="1" dirty="0"/>
              <a:t>Travel history </a:t>
            </a:r>
            <a:r>
              <a:rPr lang="en-US" dirty="0"/>
              <a:t>during current pregnancy</a:t>
            </a:r>
          </a:p>
          <a:p>
            <a:r>
              <a:rPr lang="en-US" b="1" dirty="0"/>
              <a:t>Vaccination</a:t>
            </a:r>
            <a:r>
              <a:rPr lang="en-US" dirty="0"/>
              <a:t>/immunization history</a:t>
            </a:r>
          </a:p>
          <a:p>
            <a:r>
              <a:rPr lang="en-US" b="1" dirty="0"/>
              <a:t>Maternal investigations done during the current pregnancy </a:t>
            </a:r>
            <a:r>
              <a:rPr lang="en-US" dirty="0"/>
              <a:t>(1</a:t>
            </a:r>
            <a:r>
              <a:rPr lang="en-US" baseline="30000" dirty="0"/>
              <a:t>st</a:t>
            </a:r>
            <a:r>
              <a:rPr lang="en-US" dirty="0"/>
              <a:t>, 2</a:t>
            </a:r>
            <a:r>
              <a:rPr lang="en-US" baseline="30000" dirty="0"/>
              <a:t>nd</a:t>
            </a:r>
            <a:r>
              <a:rPr lang="en-US" dirty="0"/>
              <a:t>, and 3</a:t>
            </a:r>
            <a:r>
              <a:rPr lang="en-US" baseline="30000" dirty="0"/>
              <a:t>rd</a:t>
            </a:r>
            <a:r>
              <a:rPr lang="en-US" dirty="0"/>
              <a:t> trimesters)</a:t>
            </a:r>
            <a:endParaRPr lang="en-US" b="1" dirty="0"/>
          </a:p>
          <a:p>
            <a:r>
              <a:rPr lang="en-US" b="1" dirty="0"/>
              <a:t>Fetal investigations done during the current pregnancy </a:t>
            </a:r>
            <a:r>
              <a:rPr lang="en-US" dirty="0"/>
              <a:t>(1</a:t>
            </a:r>
            <a:r>
              <a:rPr lang="en-US" baseline="30000" dirty="0"/>
              <a:t>st</a:t>
            </a:r>
            <a:r>
              <a:rPr lang="en-US" dirty="0"/>
              <a:t>, 2</a:t>
            </a:r>
            <a:r>
              <a:rPr lang="en-US" baseline="30000" dirty="0"/>
              <a:t>nd</a:t>
            </a:r>
            <a:r>
              <a:rPr lang="en-US" dirty="0"/>
              <a:t>, and 3</a:t>
            </a:r>
            <a:r>
              <a:rPr lang="en-US" baseline="30000" dirty="0"/>
              <a:t>rd</a:t>
            </a:r>
            <a:r>
              <a:rPr lang="en-US" dirty="0"/>
              <a:t> trimesters)</a:t>
            </a:r>
            <a:endParaRPr lang="en-US" b="1" dirty="0"/>
          </a:p>
          <a:p>
            <a:r>
              <a:rPr lang="en-US" b="1" dirty="0"/>
              <a:t>Current management plan:</a:t>
            </a:r>
            <a:r>
              <a:rPr lang="en-US" dirty="0"/>
              <a:t> in brief (including duration of hospital admission)</a:t>
            </a:r>
          </a:p>
        </p:txBody>
      </p:sp>
    </p:spTree>
    <p:extLst>
      <p:ext uri="{BB962C8B-B14F-4D97-AF65-F5344CB8AC3E}">
        <p14:creationId xmlns:p14="http://schemas.microsoft.com/office/powerpoint/2010/main" val="4156446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668C7-F681-4D60-107F-17CDCE47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current pregnancy timeline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72C987-0BA4-8380-A6C8-F1BFAE3102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3754174"/>
              </p:ext>
            </p:extLst>
          </p:nvPr>
        </p:nvGraphicFramePr>
        <p:xfrm>
          <a:off x="838200" y="1825625"/>
          <a:ext cx="10515602" cy="3175000"/>
        </p:xfrm>
        <a:graphic>
          <a:graphicData uri="http://schemas.openxmlformats.org/drawingml/2006/table">
            <a:tbl>
              <a:tblPr firstRow="1" lastRow="1" bandRow="1">
                <a:tableStyleId>{F2DE63D5-997A-4646-A377-4702673A728D}</a:tableStyleId>
              </a:tblPr>
              <a:tblGrid>
                <a:gridCol w="1627094">
                  <a:extLst>
                    <a:ext uri="{9D8B030D-6E8A-4147-A177-3AD203B41FA5}">
                      <a16:colId xmlns:a16="http://schemas.microsoft.com/office/drawing/2014/main" val="2060697481"/>
                    </a:ext>
                  </a:extLst>
                </a:gridCol>
                <a:gridCol w="1290918">
                  <a:extLst>
                    <a:ext uri="{9D8B030D-6E8A-4147-A177-3AD203B41FA5}">
                      <a16:colId xmlns:a16="http://schemas.microsoft.com/office/drawing/2014/main" val="285139742"/>
                    </a:ext>
                  </a:extLst>
                </a:gridCol>
                <a:gridCol w="2532530">
                  <a:extLst>
                    <a:ext uri="{9D8B030D-6E8A-4147-A177-3AD203B41FA5}">
                      <a16:colId xmlns:a16="http://schemas.microsoft.com/office/drawing/2014/main" val="4006655654"/>
                    </a:ext>
                  </a:extLst>
                </a:gridCol>
                <a:gridCol w="2532530">
                  <a:extLst>
                    <a:ext uri="{9D8B030D-6E8A-4147-A177-3AD203B41FA5}">
                      <a16:colId xmlns:a16="http://schemas.microsoft.com/office/drawing/2014/main" val="590056971"/>
                    </a:ext>
                  </a:extLst>
                </a:gridCol>
                <a:gridCol w="2532530">
                  <a:extLst>
                    <a:ext uri="{9D8B030D-6E8A-4147-A177-3AD203B41FA5}">
                      <a16:colId xmlns:a16="http://schemas.microsoft.com/office/drawing/2014/main" val="1524973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How suspected?</a:t>
                      </a:r>
                    </a:p>
                    <a:p>
                      <a:r>
                        <a:rPr lang="en-US" sz="1600" dirty="0"/>
                        <a:t>How confirmed?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Booking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  <a:r>
                        <a:rPr lang="en-US" sz="1600" baseline="30000" dirty="0"/>
                        <a:t>st</a:t>
                      </a:r>
                      <a:r>
                        <a:rPr lang="en-US" sz="1600" dirty="0"/>
                        <a:t> trimester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  <a:r>
                        <a:rPr lang="en-US" sz="1600" baseline="30000" dirty="0"/>
                        <a:t>nd</a:t>
                      </a:r>
                      <a:r>
                        <a:rPr lang="en-US" sz="1600" dirty="0"/>
                        <a:t> trimester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  <a:r>
                        <a:rPr lang="en-US" sz="1600" baseline="30000" dirty="0"/>
                        <a:t>rd</a:t>
                      </a:r>
                      <a:r>
                        <a:rPr lang="en-US" sz="1600" dirty="0"/>
                        <a:t> trimester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13779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Missed period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144000" marR="0" lvl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Early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NVP/HEG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PET, GDM screening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PET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65716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44000" marR="0" lvl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Pregnancy test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144000" marR="0" lvl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Labs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Pain (</a:t>
                      </a:r>
                      <a:r>
                        <a:rPr lang="en-US" sz="1600" dirty="0" err="1"/>
                        <a:t>thr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misc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Pain (</a:t>
                      </a:r>
                      <a:r>
                        <a:rPr lang="en-US" sz="1600" dirty="0" err="1"/>
                        <a:t>thr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misc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marR="0" lvl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Pain (PTL)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26686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Bleeding (</a:t>
                      </a:r>
                      <a:r>
                        <a:rPr lang="en-US" sz="1600" dirty="0" err="1"/>
                        <a:t>thr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misc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Bleeding (</a:t>
                      </a:r>
                      <a:r>
                        <a:rPr lang="en-US" sz="1600" dirty="0" err="1"/>
                        <a:t>thr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misc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marR="0" lvl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Bleeding (APH)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51299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marR="0" lvl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UTI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UTI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marR="0" lvl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UTI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42072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PPROM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marR="0" lvl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PPROM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28679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44000" marR="0" lvl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Quickening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marR="0" lvl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Fetal movement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7993556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144000" indent="-14400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1" dirty="0"/>
                        <a:t>Medications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indent="-14400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1" dirty="0"/>
                        <a:t>Medications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marR="0" lvl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1" dirty="0"/>
                        <a:t>Medications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4000" marR="0" lvl="0" indent="-144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1" dirty="0"/>
                        <a:t>Medications </a:t>
                      </a: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3547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38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329AD-2FCA-DBB6-EA89-A01EBE3E2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Menstrual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2BED1-D433-54DB-D471-CA76A7016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cycle is </a:t>
            </a:r>
            <a:r>
              <a:rPr lang="en-US" b="1" dirty="0"/>
              <a:t>regular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identify </a:t>
            </a:r>
            <a:r>
              <a:rPr lang="en-US" b="1" dirty="0"/>
              <a:t>D/C</a:t>
            </a:r>
            <a:r>
              <a:rPr lang="en-US" dirty="0"/>
              <a:t> &amp; </a:t>
            </a:r>
            <a:r>
              <a:rPr lang="en-US" b="1" dirty="0"/>
              <a:t>amount</a:t>
            </a:r>
            <a:r>
              <a:rPr lang="en-US" dirty="0"/>
              <a:t> </a:t>
            </a:r>
          </a:p>
          <a:p>
            <a:r>
              <a:rPr lang="en-US" dirty="0"/>
              <a:t>If the cycle is </a:t>
            </a:r>
            <a:r>
              <a:rPr lang="en-US" b="1" dirty="0"/>
              <a:t>irregular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exclude </a:t>
            </a:r>
            <a:r>
              <a:rPr lang="en-US" b="1" dirty="0"/>
              <a:t>intermenstrual</a:t>
            </a:r>
            <a:r>
              <a:rPr lang="en-US" dirty="0"/>
              <a:t> / </a:t>
            </a:r>
            <a:r>
              <a:rPr lang="en-US" b="1" dirty="0"/>
              <a:t>contact</a:t>
            </a:r>
            <a:r>
              <a:rPr lang="en-US" dirty="0"/>
              <a:t> bleeding</a:t>
            </a:r>
          </a:p>
          <a:p>
            <a:r>
              <a:rPr lang="en-US" dirty="0"/>
              <a:t>Check if sure and reliable or not</a:t>
            </a:r>
          </a:p>
          <a:p>
            <a:pPr lvl="1"/>
            <a:r>
              <a:rPr lang="en-US" b="1" dirty="0"/>
              <a:t>Sure</a:t>
            </a:r>
            <a:r>
              <a:rPr lang="en-US" dirty="0"/>
              <a:t> (if she knows the 1st day of her LMP), </a:t>
            </a:r>
          </a:p>
          <a:p>
            <a:pPr lvl="1"/>
            <a:r>
              <a:rPr lang="en-US" b="1" dirty="0"/>
              <a:t>Reliable</a:t>
            </a:r>
            <a:r>
              <a:rPr lang="en-US" dirty="0"/>
              <a:t> (if regular + no BF or hormonal treatment including </a:t>
            </a:r>
            <a:r>
              <a:rPr lang="en-US" dirty="0">
                <a:solidFill>
                  <a:srgbClr val="FF0000"/>
                </a:solidFill>
              </a:rPr>
              <a:t>CHC</a:t>
            </a:r>
            <a:r>
              <a:rPr lang="en-US" dirty="0"/>
              <a:t>)</a:t>
            </a:r>
          </a:p>
          <a:p>
            <a:r>
              <a:rPr lang="en-US" dirty="0"/>
              <a:t>If </a:t>
            </a:r>
            <a:r>
              <a:rPr lang="en-US" b="1" dirty="0"/>
              <a:t>sure &amp; reliable </a:t>
            </a:r>
            <a:r>
              <a:rPr lang="en-US" dirty="0">
                <a:sym typeface="Wingdings" panose="05000000000000000000" pitchFamily="2" charset="2"/>
              </a:rPr>
              <a:t> i</a:t>
            </a:r>
            <a:r>
              <a:rPr lang="en-US" dirty="0"/>
              <a:t>dentify 1</a:t>
            </a:r>
            <a:r>
              <a:rPr lang="en-US" baseline="30000" dirty="0"/>
              <a:t>st</a:t>
            </a:r>
            <a:r>
              <a:rPr lang="en-US" dirty="0"/>
              <a:t> day of last menstrual period (</a:t>
            </a:r>
            <a:r>
              <a:rPr lang="en-US" b="1" dirty="0">
                <a:solidFill>
                  <a:srgbClr val="FF0000"/>
                </a:solidFill>
              </a:rPr>
              <a:t>LMP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will be used for calculation of </a:t>
            </a:r>
            <a:r>
              <a:rPr lang="en-US" b="1" dirty="0">
                <a:solidFill>
                  <a:srgbClr val="FF0000"/>
                </a:solidFill>
              </a:rPr>
              <a:t>EDD</a:t>
            </a:r>
            <a:r>
              <a:rPr lang="en-US" dirty="0"/>
              <a:t> &amp; </a:t>
            </a:r>
            <a:r>
              <a:rPr lang="en-US" b="1" dirty="0">
                <a:solidFill>
                  <a:srgbClr val="FF0000"/>
                </a:solidFill>
              </a:rPr>
              <a:t>EGA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400" dirty="0"/>
              <a:t>N.B. We do not need </a:t>
            </a:r>
            <a:r>
              <a:rPr lang="en-US" sz="2400" i="1" dirty="0"/>
              <a:t>the full </a:t>
            </a:r>
            <a:r>
              <a:rPr lang="en-US" sz="2400" dirty="0"/>
              <a:t>menstrual history in Obstetrics</a:t>
            </a:r>
          </a:p>
        </p:txBody>
      </p:sp>
    </p:spTree>
    <p:extLst>
      <p:ext uri="{BB962C8B-B14F-4D97-AF65-F5344CB8AC3E}">
        <p14:creationId xmlns:p14="http://schemas.microsoft.com/office/powerpoint/2010/main" val="1844544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C2BA-3076-FADB-7080-1BC3CCE0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Calculate EDD &amp; 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C5855-C9C3-B7F3-6806-304F0E8C9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sure and reliable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use 1</a:t>
            </a:r>
            <a:r>
              <a:rPr lang="en-US" baseline="30000" dirty="0"/>
              <a:t>st</a:t>
            </a:r>
            <a:r>
              <a:rPr lang="en-US" dirty="0"/>
              <a:t> day of </a:t>
            </a:r>
            <a:r>
              <a:rPr lang="en-US" b="1" dirty="0"/>
              <a:t>LNMP</a:t>
            </a:r>
            <a:r>
              <a:rPr lang="en-US" dirty="0"/>
              <a:t> to calculate </a:t>
            </a:r>
          </a:p>
          <a:p>
            <a:pPr lvl="1"/>
            <a:r>
              <a:rPr lang="en-US" b="1" dirty="0"/>
              <a:t>EDD</a:t>
            </a:r>
            <a:r>
              <a:rPr lang="en-US" dirty="0"/>
              <a:t> (by using </a:t>
            </a:r>
            <a:r>
              <a:rPr lang="en-US" b="1" dirty="0" err="1"/>
              <a:t>Naegele’s</a:t>
            </a:r>
            <a:r>
              <a:rPr lang="en-US" b="1" dirty="0"/>
              <a:t> rule</a:t>
            </a:r>
            <a:r>
              <a:rPr lang="en-US" dirty="0"/>
              <a:t>), and</a:t>
            </a:r>
          </a:p>
          <a:p>
            <a:pPr lvl="1"/>
            <a:r>
              <a:rPr lang="en-US" b="1" dirty="0"/>
              <a:t>GA</a:t>
            </a:r>
          </a:p>
          <a:p>
            <a:r>
              <a:rPr lang="en-US" dirty="0"/>
              <a:t>If unsure/unreliable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use </a:t>
            </a:r>
            <a:r>
              <a:rPr lang="en-US" b="1" dirty="0"/>
              <a:t>US parameters </a:t>
            </a:r>
            <a:r>
              <a:rPr lang="en-US" dirty="0"/>
              <a:t>(CRL, BPD/HC, FL), to calculate GA &amp; EDD.</a:t>
            </a:r>
          </a:p>
          <a:p>
            <a:pPr lvl="1"/>
            <a:r>
              <a:rPr lang="en-US" b="1" dirty="0"/>
              <a:t>CRL</a:t>
            </a:r>
            <a:r>
              <a:rPr lang="en-US" dirty="0"/>
              <a:t> is the most accurate up to 12 weeks of gestation, </a:t>
            </a:r>
          </a:p>
          <a:p>
            <a:pPr lvl="1"/>
            <a:r>
              <a:rPr lang="en-US" b="1" dirty="0"/>
              <a:t>HC/BPD </a:t>
            </a:r>
            <a:r>
              <a:rPr lang="en-US" dirty="0"/>
              <a:t>in 2</a:t>
            </a:r>
            <a:r>
              <a:rPr lang="en-US" baseline="30000" dirty="0"/>
              <a:t>nd</a:t>
            </a:r>
            <a:r>
              <a:rPr lang="en-US" dirty="0"/>
              <a:t> trimester ± 1 week accuracy, and </a:t>
            </a:r>
          </a:p>
          <a:p>
            <a:pPr lvl="1"/>
            <a:r>
              <a:rPr lang="en-US" b="1" dirty="0"/>
              <a:t>FL</a:t>
            </a:r>
            <a:r>
              <a:rPr lang="en-US" dirty="0"/>
              <a:t> in 3</a:t>
            </a:r>
            <a:r>
              <a:rPr lang="en-US" baseline="30000" dirty="0"/>
              <a:t>rd</a:t>
            </a:r>
            <a:r>
              <a:rPr lang="en-US" dirty="0"/>
              <a:t> trimester ± 2 weeks</a:t>
            </a:r>
          </a:p>
        </p:txBody>
      </p:sp>
    </p:spTree>
    <p:extLst>
      <p:ext uri="{BB962C8B-B14F-4D97-AF65-F5344CB8AC3E}">
        <p14:creationId xmlns:p14="http://schemas.microsoft.com/office/powerpoint/2010/main" val="1213019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C2BA-3076-FADB-7080-1BC3CCE0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Obstetric History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1. Obstetric history analysis (1/2)</a:t>
            </a:r>
            <a:r>
              <a:rPr lang="en-US" dirty="0"/>
              <a:t> </a:t>
            </a:r>
            <a:br>
              <a:rPr lang="en-US" dirty="0"/>
            </a:br>
            <a:r>
              <a:rPr lang="en-US" sz="3600" dirty="0"/>
              <a:t>(each previous pregnancy should be analyzed separately)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C5855-C9C3-B7F3-6806-304F0E8C9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Date (year):</a:t>
            </a:r>
          </a:p>
          <a:p>
            <a:r>
              <a:rPr lang="en-US" b="1" dirty="0"/>
              <a:t>How pregnancy occurred: </a:t>
            </a:r>
            <a:r>
              <a:rPr lang="en-US" dirty="0"/>
              <a:t>spontaneous / contraceptive failure / induction of ovulation / assisted conception (IUI, IVF, ICSI)</a:t>
            </a:r>
          </a:p>
          <a:p>
            <a:endParaRPr lang="en-US" dirty="0"/>
          </a:p>
          <a:p>
            <a:r>
              <a:rPr lang="en-US" b="1" dirty="0"/>
              <a:t>Outcomes if ended &lt; 24 weeks: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Miscarriage:</a:t>
            </a:r>
            <a:r>
              <a:rPr lang="en-US" dirty="0"/>
              <a:t> GA, onset (spontaneous / induced), method (surgical e.g. by D&amp;C/suction, or medical), complication, cause if known</a:t>
            </a:r>
          </a:p>
          <a:p>
            <a:pPr lvl="1"/>
            <a:r>
              <a:rPr lang="en-US" b="1" dirty="0"/>
              <a:t>Ectopic:</a:t>
            </a:r>
            <a:r>
              <a:rPr lang="en-US" dirty="0"/>
              <a:t> GA, method (surgical/medical), complications</a:t>
            </a:r>
          </a:p>
          <a:p>
            <a:pPr lvl="1"/>
            <a:r>
              <a:rPr lang="en-US" b="1" dirty="0"/>
              <a:t>Molar pregnancy:</a:t>
            </a:r>
            <a:r>
              <a:rPr lang="en-US" dirty="0"/>
              <a:t> GA, method, complications, histopathology if known, follow up</a:t>
            </a:r>
          </a:p>
        </p:txBody>
      </p:sp>
    </p:spTree>
    <p:extLst>
      <p:ext uri="{BB962C8B-B14F-4D97-AF65-F5344CB8AC3E}">
        <p14:creationId xmlns:p14="http://schemas.microsoft.com/office/powerpoint/2010/main" val="3439037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C2BA-3076-FADB-7080-1BC3CCE0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Obstetric History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1. Obstetric history analysis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(2/2)</a:t>
            </a:r>
            <a:r>
              <a:rPr lang="en-US" dirty="0"/>
              <a:t> </a:t>
            </a:r>
            <a:br>
              <a:rPr lang="en-US" dirty="0"/>
            </a:br>
            <a:r>
              <a:rPr lang="en-US" sz="3600" dirty="0"/>
              <a:t>(each previous pregnancy should be analyzed separately)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C5855-C9C3-B7F3-6806-304F0E8C9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Outcomes if ended ≥ 24 weeks:</a:t>
            </a:r>
            <a:endParaRPr lang="en-US" dirty="0"/>
          </a:p>
          <a:p>
            <a:pPr lvl="1"/>
            <a:r>
              <a:rPr lang="en-US" dirty="0"/>
              <a:t>Duration of gestation</a:t>
            </a:r>
          </a:p>
          <a:p>
            <a:pPr lvl="1"/>
            <a:r>
              <a:rPr lang="en-US" dirty="0"/>
              <a:t>Antenatal course (ANC), abnormality/complication both maternal/fetal, e.g. preeclampsia/GDM</a:t>
            </a:r>
          </a:p>
          <a:p>
            <a:pPr lvl="1"/>
            <a:r>
              <a:rPr lang="en-US" dirty="0"/>
              <a:t>Mode of birth (if known, or through reviewing patient’s file): </a:t>
            </a:r>
            <a:br>
              <a:rPr lang="en-US" dirty="0"/>
            </a:br>
            <a:r>
              <a:rPr lang="en-US" dirty="0"/>
              <a:t>VD (spontaneous/induced, instrumental), CS (elective/emergency, </a:t>
            </a:r>
            <a:r>
              <a:rPr lang="en-US" u="sng" dirty="0"/>
              <a:t>cause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Duration of labor 1</a:t>
            </a:r>
            <a:r>
              <a:rPr lang="en-US" baseline="30000" dirty="0"/>
              <a:t>st</a:t>
            </a:r>
            <a:r>
              <a:rPr lang="en-US" dirty="0"/>
              <a:t>/2</a:t>
            </a:r>
            <a:r>
              <a:rPr lang="en-US" baseline="30000" dirty="0"/>
              <a:t>nd</a:t>
            </a:r>
            <a:r>
              <a:rPr lang="en-US" dirty="0"/>
              <a:t>/3</a:t>
            </a:r>
            <a:r>
              <a:rPr lang="en-US" baseline="30000" dirty="0"/>
              <a:t>rd</a:t>
            </a:r>
            <a:r>
              <a:rPr lang="en-US" dirty="0"/>
              <a:t> stages (if known, or through reviewing patient’s file)</a:t>
            </a:r>
          </a:p>
          <a:p>
            <a:pPr lvl="1"/>
            <a:r>
              <a:rPr lang="en-US" dirty="0"/>
              <a:t>Intra-/post-partum complications (maternal/fetal/neonatal)</a:t>
            </a:r>
          </a:p>
          <a:p>
            <a:pPr lvl="1"/>
            <a:r>
              <a:rPr lang="en-US" dirty="0"/>
              <a:t>Weight &amp; sex of baby at birth, and Breastfeeding </a:t>
            </a:r>
          </a:p>
          <a:p>
            <a:pPr lvl="1"/>
            <a:r>
              <a:rPr lang="en-US" dirty="0"/>
              <a:t>The current health status e.g. CFM/CP/MR/A&amp;W</a:t>
            </a:r>
          </a:p>
        </p:txBody>
      </p:sp>
    </p:spTree>
    <p:extLst>
      <p:ext uri="{BB962C8B-B14F-4D97-AF65-F5344CB8AC3E}">
        <p14:creationId xmlns:p14="http://schemas.microsoft.com/office/powerpoint/2010/main" val="3486997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C2BA-3076-FADB-7080-1BC3CCE0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Obstetric History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2. The obstetric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C5855-C9C3-B7F3-6806-304F0E8C9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</a:t>
            </a:r>
            <a:r>
              <a:rPr lang="en-US" dirty="0"/>
              <a:t> = Gravidity (total no. of the previous &amp; current pregnancies, regardless of the outcomes)</a:t>
            </a:r>
          </a:p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dirty="0"/>
              <a:t> = Parity (total no. of the previous pregnancies &gt;24 weeks, regardless of the outcomes)</a:t>
            </a:r>
          </a:p>
          <a:p>
            <a:pPr lvl="1" defTabSz="831850"/>
            <a:r>
              <a:rPr lang="en-US" dirty="0" err="1"/>
              <a:t>Pa+b</a:t>
            </a:r>
            <a:r>
              <a:rPr lang="en-US" dirty="0"/>
              <a:t>			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G4P2+1</a:t>
            </a:r>
          </a:p>
          <a:p>
            <a:pPr lvl="2" defTabSz="831850"/>
            <a:r>
              <a:rPr lang="en-US" b="1" u="sng" dirty="0"/>
              <a:t>a</a:t>
            </a:r>
            <a:r>
              <a:rPr lang="en-US" dirty="0"/>
              <a:t>fter / </a:t>
            </a:r>
            <a:r>
              <a:rPr lang="en-US" b="1" u="sng" dirty="0"/>
              <a:t>b</a:t>
            </a:r>
            <a:r>
              <a:rPr lang="en-US" dirty="0"/>
              <a:t>efore age of viability (miscarriage, ectopic, molar)</a:t>
            </a:r>
          </a:p>
          <a:p>
            <a:pPr lvl="2" defTabSz="831850"/>
            <a:r>
              <a:rPr lang="en-US" dirty="0"/>
              <a:t>mode of delivery, living children</a:t>
            </a:r>
          </a:p>
          <a:p>
            <a:pPr lvl="1" defTabSz="831850"/>
            <a:r>
              <a:rPr lang="en-US" dirty="0"/>
              <a:t>4-digit code (TPAL)  	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G4P1112</a:t>
            </a:r>
          </a:p>
          <a:p>
            <a:pPr lvl="2" defTabSz="673100"/>
            <a:r>
              <a:rPr lang="en-US" dirty="0"/>
              <a:t>T 	= </a:t>
            </a:r>
            <a:r>
              <a:rPr lang="en-US" b="1" dirty="0">
                <a:solidFill>
                  <a:srgbClr val="FF0000"/>
                </a:solidFill>
              </a:rPr>
              <a:t>T</a:t>
            </a:r>
            <a:r>
              <a:rPr lang="en-US" dirty="0"/>
              <a:t>erm pregnancies (≥37 weeks), regardless of the outcomes</a:t>
            </a:r>
          </a:p>
          <a:p>
            <a:pPr lvl="2" defTabSz="673100"/>
            <a:r>
              <a:rPr lang="en-US" dirty="0"/>
              <a:t>P 	= </a:t>
            </a:r>
            <a:r>
              <a:rPr lang="en-US" b="1" dirty="0">
                <a:solidFill>
                  <a:srgbClr val="FF0000"/>
                </a:solidFill>
              </a:rPr>
              <a:t>P</a:t>
            </a:r>
            <a:r>
              <a:rPr lang="en-US" dirty="0"/>
              <a:t>reterm pregnancies (&lt;37 weeks but ≥24 weeks), regardless of the outcomes</a:t>
            </a:r>
          </a:p>
          <a:p>
            <a:pPr lvl="2" defTabSz="673100"/>
            <a:r>
              <a:rPr lang="en-US" dirty="0"/>
              <a:t>A	=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bortions (pregnancies that ended &lt;24 weeks) i.e. miscarriage/ectopic/molar</a:t>
            </a:r>
          </a:p>
          <a:p>
            <a:pPr lvl="2" defTabSz="673100"/>
            <a:r>
              <a:rPr lang="en-US" dirty="0"/>
              <a:t>L 	= </a:t>
            </a:r>
            <a:r>
              <a:rPr lang="en-US" b="1" dirty="0">
                <a:solidFill>
                  <a:srgbClr val="FF0000"/>
                </a:solidFill>
              </a:rPr>
              <a:t>L</a:t>
            </a:r>
            <a:r>
              <a:rPr lang="en-US" dirty="0"/>
              <a:t>iving children (boys or girls). If not all are alive and well, what is the problem?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1961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0D593-29A9-64AA-9041-034B24795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Contraceptive History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6FE00-164E-302F-F135-2998268EF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&amp; Duration of use</a:t>
            </a:r>
          </a:p>
          <a:p>
            <a:r>
              <a:rPr lang="en-US" dirty="0"/>
              <a:t>Cause of discontinuation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4400" dirty="0">
                <a:highlight>
                  <a:srgbClr val="FFFF00"/>
                </a:highlight>
                <a:latin typeface="+mj-lt"/>
                <a:ea typeface="+mj-ea"/>
                <a:cs typeface="+mj-cs"/>
              </a:rPr>
              <a:t>Pap Smear History </a:t>
            </a:r>
          </a:p>
          <a:p>
            <a:r>
              <a:rPr lang="en-US" dirty="0"/>
              <a:t>When was her last pap smear done? Is she due for another one?</a:t>
            </a:r>
          </a:p>
          <a:p>
            <a:r>
              <a:rPr lang="en-US" dirty="0"/>
              <a:t>Previous abnormalities &amp; management received (if any)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503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8B8E1-F301-67CA-F047-30278D3A8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Past Medical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F6FEB-32DE-4028-BAB2-04640BCE0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Medical disorder(s) &amp; STIs</a:t>
            </a:r>
          </a:p>
          <a:p>
            <a:r>
              <a:rPr lang="en-US" dirty="0"/>
              <a:t>Medications list</a:t>
            </a:r>
          </a:p>
          <a:p>
            <a:r>
              <a:rPr lang="en-US" dirty="0"/>
              <a:t>Known Allergies (drug/food)</a:t>
            </a:r>
          </a:p>
          <a:p>
            <a:r>
              <a:rPr lang="en-US" dirty="0"/>
              <a:t>ICU or fever hospital admission</a:t>
            </a:r>
          </a:p>
        </p:txBody>
      </p:sp>
    </p:spTree>
    <p:extLst>
      <p:ext uri="{BB962C8B-B14F-4D97-AF65-F5344CB8AC3E}">
        <p14:creationId xmlns:p14="http://schemas.microsoft.com/office/powerpoint/2010/main" val="51330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BD12D-D4D0-5791-197F-8B04B7B1E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Past Surgical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E88A3-6887-E697-3B5E-6536F8D8B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Gynecologic/obstetric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type/effect/complications</a:t>
            </a:r>
          </a:p>
          <a:p>
            <a:r>
              <a:rPr lang="en-US" dirty="0"/>
              <a:t>Non-gynecologic/obstetric</a:t>
            </a:r>
          </a:p>
          <a:p>
            <a:r>
              <a:rPr lang="en-US" dirty="0"/>
              <a:t>Complications </a:t>
            </a:r>
            <a:r>
              <a:rPr lang="en-US"/>
              <a:t>of anesthesia</a:t>
            </a:r>
            <a:endParaRPr lang="en-US" dirty="0"/>
          </a:p>
          <a:p>
            <a:r>
              <a:rPr lang="en-US" dirty="0"/>
              <a:t>Blood transfusion</a:t>
            </a:r>
          </a:p>
        </p:txBody>
      </p:sp>
    </p:spTree>
    <p:extLst>
      <p:ext uri="{BB962C8B-B14F-4D97-AF65-F5344CB8AC3E}">
        <p14:creationId xmlns:p14="http://schemas.microsoft.com/office/powerpoint/2010/main" val="479177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1BEB1-83C7-723D-0A93-4D1911077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Family History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12137-1B35-5C89-3BA2-0CD54AF2F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Consanguinity, hereditary disorders, twins </a:t>
            </a:r>
          </a:p>
          <a:p>
            <a:r>
              <a:rPr lang="en-US" dirty="0"/>
              <a:t>Medical disorders: e.g. HTN, DM, MI, thrombophilia, Preeclampsia</a:t>
            </a:r>
          </a:p>
          <a:p>
            <a:r>
              <a:rPr lang="en-US" dirty="0"/>
              <a:t>Hereditary Cancers (breast, ovary, colon, endometrial)</a:t>
            </a:r>
          </a:p>
          <a:p>
            <a:r>
              <a:rPr lang="en-US" dirty="0"/>
              <a:t>PCOS, Uterine anomalies</a:t>
            </a:r>
          </a:p>
        </p:txBody>
      </p:sp>
    </p:spTree>
    <p:extLst>
      <p:ext uri="{BB962C8B-B14F-4D97-AF65-F5344CB8AC3E}">
        <p14:creationId xmlns:p14="http://schemas.microsoft.com/office/powerpoint/2010/main" val="13515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F9F26-36C8-C361-F4CC-609E5978C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Social History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88994-887E-A6F6-049C-E8CFEF6CF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i="1" dirty="0"/>
              <a:t>N.B. part of the personal history</a:t>
            </a:r>
          </a:p>
          <a:p>
            <a:r>
              <a:rPr lang="en-US" dirty="0"/>
              <a:t>Nationality/race</a:t>
            </a:r>
          </a:p>
          <a:p>
            <a:r>
              <a:rPr lang="en-US" dirty="0"/>
              <a:t>Lifestyle / diet</a:t>
            </a:r>
          </a:p>
          <a:p>
            <a:r>
              <a:rPr lang="en-US" dirty="0"/>
              <a:t>Special habits (smoking, alcohol, illicit drugs)</a:t>
            </a:r>
          </a:p>
          <a:p>
            <a:r>
              <a:rPr lang="en-US" dirty="0"/>
              <a:t>Medical insurance</a:t>
            </a:r>
          </a:p>
          <a:p>
            <a:r>
              <a:rPr lang="en-US" dirty="0"/>
              <a:t>Domestic (intimate partner) violence (IPV)</a:t>
            </a:r>
          </a:p>
          <a:p>
            <a:r>
              <a:rPr lang="en-US" dirty="0"/>
              <a:t>Husband:</a:t>
            </a:r>
          </a:p>
          <a:p>
            <a:pPr lvl="1"/>
            <a:r>
              <a:rPr lang="en-US" dirty="0"/>
              <a:t>name, </a:t>
            </a:r>
          </a:p>
          <a:p>
            <a:pPr lvl="1"/>
            <a:r>
              <a:rPr lang="en-US" dirty="0"/>
              <a:t>age, </a:t>
            </a:r>
          </a:p>
          <a:p>
            <a:pPr lvl="1"/>
            <a:r>
              <a:rPr lang="en-US" dirty="0"/>
              <a:t>occupation / monthly income</a:t>
            </a:r>
          </a:p>
          <a:p>
            <a:pPr lvl="1"/>
            <a:r>
              <a:rPr lang="en-US" dirty="0"/>
              <a:t>Special habits</a:t>
            </a:r>
          </a:p>
        </p:txBody>
      </p:sp>
    </p:spTree>
    <p:extLst>
      <p:ext uri="{BB962C8B-B14F-4D97-AF65-F5344CB8AC3E}">
        <p14:creationId xmlns:p14="http://schemas.microsoft.com/office/powerpoint/2010/main" val="3580810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56200-1C3B-2AFE-E172-F9045E6D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III. The Obstetric Diagnosis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343C8-11E6-61D1-6750-7DF909D7F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telegram containing:</a:t>
            </a:r>
          </a:p>
          <a:p>
            <a:r>
              <a:rPr lang="en-US" b="1" dirty="0"/>
              <a:t>Name, Age, Parity, GA, Presentation, Labor status, </a:t>
            </a:r>
            <a:br>
              <a:rPr lang="en-US" b="1" dirty="0"/>
            </a:br>
            <a:r>
              <a:rPr lang="en-US" b="1" dirty="0"/>
              <a:t>Obstetric disorders, Medical disorders, Fetal disorders.</a:t>
            </a:r>
          </a:p>
          <a:p>
            <a:pPr lvl="1"/>
            <a:r>
              <a:rPr lang="en-US" dirty="0"/>
              <a:t>Mrs. …, 28 y, P2+1, 34</a:t>
            </a:r>
            <a:r>
              <a:rPr lang="en-US" baseline="30000" dirty="0"/>
              <a:t>+5</a:t>
            </a:r>
            <a:r>
              <a:rPr lang="en-US" dirty="0"/>
              <a:t> </a:t>
            </a:r>
            <a:r>
              <a:rPr lang="en-US" dirty="0" err="1"/>
              <a:t>wk</a:t>
            </a:r>
            <a:r>
              <a:rPr lang="en-US" dirty="0"/>
              <a:t>, cephalic, not in labor, PPROM, PGDM, FGR</a:t>
            </a:r>
          </a:p>
          <a:p>
            <a:pPr lvl="1"/>
            <a:r>
              <a:rPr lang="en-US" dirty="0"/>
              <a:t>Mrs. …, 36 y, P3CS, 30 </a:t>
            </a:r>
            <a:r>
              <a:rPr lang="en-US" dirty="0" err="1"/>
              <a:t>wk</a:t>
            </a:r>
            <a:r>
              <a:rPr lang="en-US" dirty="0"/>
              <a:t>, cephalic, threatened PTL, GDM, polyhydramnios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Always START your discussion with the diagnosis. </a:t>
            </a:r>
          </a:p>
          <a:p>
            <a:pPr lvl="1"/>
            <a:r>
              <a:rPr lang="en-US" dirty="0"/>
              <a:t>gives a one-sentence summary of the story</a:t>
            </a:r>
          </a:p>
          <a:p>
            <a:pPr lvl="1"/>
            <a:r>
              <a:rPr lang="en-US" dirty="0"/>
              <a:t>avoids controversy in arranging titles of the history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555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D8197-E505-7127-111F-037C648E0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Management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63187-3327-067F-4A2B-D4DE98B6B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Outpatient vs Inpatient</a:t>
            </a:r>
          </a:p>
          <a:p>
            <a:r>
              <a:rPr lang="en-US" dirty="0"/>
              <a:t>Ward vs ED admission</a:t>
            </a:r>
          </a:p>
          <a:p>
            <a:r>
              <a:rPr lang="en-US" dirty="0"/>
              <a:t>Refer/Transfer?</a:t>
            </a:r>
          </a:p>
        </p:txBody>
      </p:sp>
    </p:spTree>
    <p:extLst>
      <p:ext uri="{BB962C8B-B14F-4D97-AF65-F5344CB8AC3E}">
        <p14:creationId xmlns:p14="http://schemas.microsoft.com/office/powerpoint/2010/main" val="4158922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92BD-A4FD-8945-AC26-272C667322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spc="300" dirty="0">
                <a:solidFill>
                  <a:srgbClr val="1526A1"/>
                </a:solidFill>
                <a:latin typeface="Aptos" panose="020B0004020202020204" pitchFamily="34" charset="0"/>
              </a:rPr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ABD68FD-F95E-A02F-18BF-5F7E45D17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/>
          <a:p>
            <a:r>
              <a:rPr lang="en-US" sz="3600" dirty="0">
                <a:solidFill>
                  <a:schemeClr val="accent6"/>
                </a:solidFill>
              </a:rPr>
              <a:t>Open Discussion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184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2077</Words>
  <Application>Microsoft Office PowerPoint</Application>
  <PresentationFormat>Widescreen</PresentationFormat>
  <Paragraphs>277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Arial</vt:lpstr>
      <vt:lpstr>Calibri</vt:lpstr>
      <vt:lpstr>Calibri Light</vt:lpstr>
      <vt:lpstr>Gill Sans MT</vt:lpstr>
      <vt:lpstr>Symbol</vt:lpstr>
      <vt:lpstr>Wingdings</vt:lpstr>
      <vt:lpstr>Office Theme</vt:lpstr>
      <vt:lpstr>Clinical Assessment of Pregnant Women:  1. History</vt:lpstr>
      <vt:lpstr>The Clinical Strategy</vt:lpstr>
      <vt:lpstr>I. Approach to your patient’s condition</vt:lpstr>
      <vt:lpstr>II. Clinical Assessment</vt:lpstr>
      <vt:lpstr>History</vt:lpstr>
      <vt:lpstr>Personal History</vt:lpstr>
      <vt:lpstr>Present History 1. History of Present Pregnancy (1/3)</vt:lpstr>
      <vt:lpstr>Present History 1. History of Present Pregnancy (2/3)</vt:lpstr>
      <vt:lpstr>Present History 1. History of Present Pregnancy (3/3)</vt:lpstr>
      <vt:lpstr>Present History 2. History of the presenting complaint (1/5) (with analysis &amp; duration of each)</vt:lpstr>
      <vt:lpstr>Present History 2. History of the presenting complaint (2/5)  (with analysis &amp; duration of each)</vt:lpstr>
      <vt:lpstr>Present History 2. History of the presenting complaint (3/5)  (with analysis &amp; duration of each)</vt:lpstr>
      <vt:lpstr>Present History 2. History of the presenting complaint (4/5)  (with analysis &amp; duration of each)</vt:lpstr>
      <vt:lpstr>Present History 2. History of the presenting complaint (5/5) (with analysis &amp; duration of each)</vt:lpstr>
      <vt:lpstr>Present History 3. Systems Review</vt:lpstr>
      <vt:lpstr>Present History 4. Course of current antenatal period</vt:lpstr>
      <vt:lpstr>Summary of current pregnancy timeline</vt:lpstr>
      <vt:lpstr>Menstrual History</vt:lpstr>
      <vt:lpstr> Calculate EDD &amp; GA</vt:lpstr>
      <vt:lpstr>Obstetric History 1. Obstetric history analysis (1/2)  (each previous pregnancy should be analyzed separately)</vt:lpstr>
      <vt:lpstr>Obstetric History 1. Obstetric history analysis (2/2)  (each previous pregnancy should be analyzed separately)</vt:lpstr>
      <vt:lpstr>Obstetric History 2. The obstetric code</vt:lpstr>
      <vt:lpstr>Contraceptive History </vt:lpstr>
      <vt:lpstr>Past Medical History</vt:lpstr>
      <vt:lpstr>Past Surgical History</vt:lpstr>
      <vt:lpstr>Family History </vt:lpstr>
      <vt:lpstr>Social History</vt:lpstr>
      <vt:lpstr>III. The Obstetric Diagnosis</vt:lpstr>
      <vt:lpstr>IV. Management Plan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Hamdy Bakry Alqenawy</dc:creator>
  <cp:lastModifiedBy>Hamdy Bakry Alqenawy</cp:lastModifiedBy>
  <cp:revision>2</cp:revision>
  <dcterms:created xsi:type="dcterms:W3CDTF">2024-03-17T10:22:28Z</dcterms:created>
  <dcterms:modified xsi:type="dcterms:W3CDTF">2025-09-19T20:48:10Z</dcterms:modified>
</cp:coreProperties>
</file>