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9" r:id="rId3"/>
    <p:sldId id="279" r:id="rId4"/>
    <p:sldId id="302" r:id="rId5"/>
    <p:sldId id="304" r:id="rId6"/>
    <p:sldId id="328" r:id="rId7"/>
    <p:sldId id="325" r:id="rId8"/>
    <p:sldId id="305" r:id="rId9"/>
    <p:sldId id="326" r:id="rId10"/>
    <p:sldId id="311" r:id="rId11"/>
    <p:sldId id="312" r:id="rId12"/>
    <p:sldId id="313" r:id="rId13"/>
    <p:sldId id="314" r:id="rId14"/>
    <p:sldId id="317" r:id="rId15"/>
    <p:sldId id="315" r:id="rId16"/>
    <p:sldId id="318" r:id="rId17"/>
    <p:sldId id="322" r:id="rId18"/>
    <p:sldId id="306" r:id="rId19"/>
    <p:sldId id="327" r:id="rId20"/>
    <p:sldId id="296" r:id="rId21"/>
    <p:sldId id="280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5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E5B9CA-A139-494E-91D0-9A910D91C2A3}" v="14" dt="2025-06-13T20:19:40.0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9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dy Bakry" userId="ee865345f39d1fa7" providerId="LiveId" clId="{64522FF4-E161-4DE5-9637-0893B9B10556}"/>
    <pc:docChg chg="custSel modSld">
      <pc:chgData name="Hamdy Bakry" userId="ee865345f39d1fa7" providerId="LiveId" clId="{64522FF4-E161-4DE5-9637-0893B9B10556}" dt="2025-03-16T03:20:50.663" v="204" actId="6549"/>
      <pc:docMkLst>
        <pc:docMk/>
      </pc:docMkLst>
      <pc:sldChg chg="modSp mod">
        <pc:chgData name="Hamdy Bakry" userId="ee865345f39d1fa7" providerId="LiveId" clId="{64522FF4-E161-4DE5-9637-0893B9B10556}" dt="2025-03-13T22:24:36.511" v="105" actId="20577"/>
        <pc:sldMkLst>
          <pc:docMk/>
          <pc:sldMk cId="2350879017" sldId="296"/>
        </pc:sldMkLst>
        <pc:spChg chg="mod">
          <ac:chgData name="Hamdy Bakry" userId="ee865345f39d1fa7" providerId="LiveId" clId="{64522FF4-E161-4DE5-9637-0893B9B10556}" dt="2025-03-13T22:24:36.511" v="105" actId="20577"/>
          <ac:spMkLst>
            <pc:docMk/>
            <pc:sldMk cId="2350879017" sldId="296"/>
            <ac:spMk id="2" creationId="{42A405A6-5B39-56DA-EA7B-87009E2F4011}"/>
          </ac:spMkLst>
        </pc:spChg>
      </pc:sldChg>
      <pc:sldChg chg="modSp mod">
        <pc:chgData name="Hamdy Bakry" userId="ee865345f39d1fa7" providerId="LiveId" clId="{64522FF4-E161-4DE5-9637-0893B9B10556}" dt="2025-03-16T03:20:50.663" v="204" actId="6549"/>
        <pc:sldMkLst>
          <pc:docMk/>
          <pc:sldMk cId="208217347" sldId="305"/>
        </pc:sldMkLst>
        <pc:spChg chg="mod">
          <ac:chgData name="Hamdy Bakry" userId="ee865345f39d1fa7" providerId="LiveId" clId="{64522FF4-E161-4DE5-9637-0893B9B10556}" dt="2025-03-16T03:20:50.663" v="204" actId="6549"/>
          <ac:spMkLst>
            <pc:docMk/>
            <pc:sldMk cId="208217347" sldId="305"/>
            <ac:spMk id="4" creationId="{3037F8D8-BBAF-2995-4778-822418AFA329}"/>
          </ac:spMkLst>
        </pc:spChg>
      </pc:sldChg>
      <pc:sldChg chg="modSp mod">
        <pc:chgData name="Hamdy Bakry" userId="ee865345f39d1fa7" providerId="LiveId" clId="{64522FF4-E161-4DE5-9637-0893B9B10556}" dt="2025-03-13T22:21:48.386" v="95" actId="20577"/>
        <pc:sldMkLst>
          <pc:docMk/>
          <pc:sldMk cId="2021272605" sldId="318"/>
        </pc:sldMkLst>
        <pc:spChg chg="mod">
          <ac:chgData name="Hamdy Bakry" userId="ee865345f39d1fa7" providerId="LiveId" clId="{64522FF4-E161-4DE5-9637-0893B9B10556}" dt="2025-03-13T22:21:48.386" v="95" actId="20577"/>
          <ac:spMkLst>
            <pc:docMk/>
            <pc:sldMk cId="2021272605" sldId="318"/>
            <ac:spMk id="3" creationId="{D05186E9-E9CF-DFFF-8D2D-95964DAB6493}"/>
          </ac:spMkLst>
        </pc:spChg>
      </pc:sldChg>
      <pc:sldChg chg="modSp mod">
        <pc:chgData name="Hamdy Bakry" userId="ee865345f39d1fa7" providerId="LiveId" clId="{64522FF4-E161-4DE5-9637-0893B9B10556}" dt="2025-03-16T03:20:43.709" v="202" actId="6549"/>
        <pc:sldMkLst>
          <pc:docMk/>
          <pc:sldMk cId="1166246622" sldId="325"/>
        </pc:sldMkLst>
        <pc:spChg chg="mod">
          <ac:chgData name="Hamdy Bakry" userId="ee865345f39d1fa7" providerId="LiveId" clId="{64522FF4-E161-4DE5-9637-0893B9B10556}" dt="2025-03-16T03:20:43.709" v="202" actId="6549"/>
          <ac:spMkLst>
            <pc:docMk/>
            <pc:sldMk cId="1166246622" sldId="325"/>
            <ac:spMk id="3" creationId="{0ADEE1CD-A5D5-F65D-75EC-602D0B6BAD8E}"/>
          </ac:spMkLst>
        </pc:spChg>
      </pc:sldChg>
      <pc:sldChg chg="modSp mod">
        <pc:chgData name="Hamdy Bakry" userId="ee865345f39d1fa7" providerId="LiveId" clId="{64522FF4-E161-4DE5-9637-0893B9B10556}" dt="2025-03-13T22:19:06.771" v="94" actId="20577"/>
        <pc:sldMkLst>
          <pc:docMk/>
          <pc:sldMk cId="2087931559" sldId="326"/>
        </pc:sldMkLst>
        <pc:spChg chg="mod">
          <ac:chgData name="Hamdy Bakry" userId="ee865345f39d1fa7" providerId="LiveId" clId="{64522FF4-E161-4DE5-9637-0893B9B10556}" dt="2025-03-13T22:19:06.771" v="94" actId="20577"/>
          <ac:spMkLst>
            <pc:docMk/>
            <pc:sldMk cId="2087931559" sldId="326"/>
            <ac:spMk id="4" creationId="{3037F8D8-BBAF-2995-4778-822418AFA329}"/>
          </ac:spMkLst>
        </pc:spChg>
      </pc:sldChg>
      <pc:sldChg chg="modSp">
        <pc:chgData name="Hamdy Bakry" userId="ee865345f39d1fa7" providerId="LiveId" clId="{64522FF4-E161-4DE5-9637-0893B9B10556}" dt="2025-03-16T03:20:25.408" v="198" actId="113"/>
        <pc:sldMkLst>
          <pc:docMk/>
          <pc:sldMk cId="4141182028" sldId="328"/>
        </pc:sldMkLst>
        <pc:graphicFrameChg chg="mod">
          <ac:chgData name="Hamdy Bakry" userId="ee865345f39d1fa7" providerId="LiveId" clId="{64522FF4-E161-4DE5-9637-0893B9B10556}" dt="2025-03-16T03:20:25.408" v="198" actId="113"/>
          <ac:graphicFrameMkLst>
            <pc:docMk/>
            <pc:sldMk cId="4141182028" sldId="328"/>
            <ac:graphicFrameMk id="4" creationId="{E86B044D-0234-8740-56D5-69F02D6079C8}"/>
          </ac:graphicFrameMkLst>
        </pc:graphicFrameChg>
      </pc:sldChg>
    </pc:docChg>
  </pc:docChgLst>
  <pc:docChgLst>
    <pc:chgData name="Hamdy Bakry Mohy Soliman" userId="12520703-dc6c-4920-a97e-cc2ce99e39bf" providerId="ADAL" clId="{1F0D1E83-6066-4E4E-8BD7-B24EADC48609}"/>
    <pc:docChg chg="undo redo custSel addSld delSld modSld sldOrd">
      <pc:chgData name="Hamdy Bakry Mohy Soliman" userId="12520703-dc6c-4920-a97e-cc2ce99e39bf" providerId="ADAL" clId="{1F0D1E83-6066-4E4E-8BD7-B24EADC48609}" dt="2024-12-01T04:45:53.773" v="2721" actId="1076"/>
      <pc:docMkLst>
        <pc:docMk/>
      </pc:docMkLst>
      <pc:sldChg chg="addSp delSp modSp mod">
        <pc:chgData name="Hamdy Bakry Mohy Soliman" userId="12520703-dc6c-4920-a97e-cc2ce99e39bf" providerId="ADAL" clId="{1F0D1E83-6066-4E4E-8BD7-B24EADC48609}" dt="2024-11-29T22:55:44.308" v="2407" actId="108"/>
        <pc:sldMkLst>
          <pc:docMk/>
          <pc:sldMk cId="2526452201" sldId="257"/>
        </pc:sldMkLst>
        <pc:spChg chg="del mod">
          <ac:chgData name="Hamdy Bakry Mohy Soliman" userId="12520703-dc6c-4920-a97e-cc2ce99e39bf" providerId="ADAL" clId="{1F0D1E83-6066-4E4E-8BD7-B24EADC48609}" dt="2024-11-29T22:55:14.887" v="2378" actId="478"/>
          <ac:spMkLst>
            <pc:docMk/>
            <pc:sldMk cId="2526452201" sldId="257"/>
            <ac:spMk id="2" creationId="{57852F3F-9A51-4C6B-9618-B86C8A16EA6B}"/>
          </ac:spMkLst>
        </pc:spChg>
        <pc:spChg chg="add del mod">
          <ac:chgData name="Hamdy Bakry Mohy Soliman" userId="12520703-dc6c-4920-a97e-cc2ce99e39bf" providerId="ADAL" clId="{1F0D1E83-6066-4E4E-8BD7-B24EADC48609}" dt="2024-11-29T22:55:17.862" v="2379" actId="478"/>
          <ac:spMkLst>
            <pc:docMk/>
            <pc:sldMk cId="2526452201" sldId="257"/>
            <ac:spMk id="5" creationId="{A85A4CDF-F953-7876-A224-F413163A8355}"/>
          </ac:spMkLst>
        </pc:spChg>
        <pc:spChg chg="add mod">
          <ac:chgData name="Hamdy Bakry Mohy Soliman" userId="12520703-dc6c-4920-a97e-cc2ce99e39bf" providerId="ADAL" clId="{1F0D1E83-6066-4E4E-8BD7-B24EADC48609}" dt="2024-11-29T22:55:44.308" v="2407" actId="108"/>
          <ac:spMkLst>
            <pc:docMk/>
            <pc:sldMk cId="2526452201" sldId="257"/>
            <ac:spMk id="6" creationId="{C6917BDE-83F7-B7C0-7666-8F7893B9740C}"/>
          </ac:spMkLst>
        </pc:spChg>
      </pc:sldChg>
      <pc:sldChg chg="modSp mod">
        <pc:chgData name="Hamdy Bakry Mohy Soliman" userId="12520703-dc6c-4920-a97e-cc2ce99e39bf" providerId="ADAL" clId="{1F0D1E83-6066-4E4E-8BD7-B24EADC48609}" dt="2024-11-29T22:19:59.380" v="1817" actId="13926"/>
        <pc:sldMkLst>
          <pc:docMk/>
          <pc:sldMk cId="2939090841" sldId="279"/>
        </pc:sldMkLst>
        <pc:spChg chg="mod">
          <ac:chgData name="Hamdy Bakry Mohy Soliman" userId="12520703-dc6c-4920-a97e-cc2ce99e39bf" providerId="ADAL" clId="{1F0D1E83-6066-4E4E-8BD7-B24EADC48609}" dt="2024-11-29T22:19:59.380" v="1817" actId="13926"/>
          <ac:spMkLst>
            <pc:docMk/>
            <pc:sldMk cId="2939090841" sldId="279"/>
            <ac:spMk id="4" creationId="{900EC0BB-E61E-509F-8508-331682500270}"/>
          </ac:spMkLst>
        </pc:spChg>
      </pc:sldChg>
      <pc:sldChg chg="modSp mod">
        <pc:chgData name="Hamdy Bakry Mohy Soliman" userId="12520703-dc6c-4920-a97e-cc2ce99e39bf" providerId="ADAL" clId="{1F0D1E83-6066-4E4E-8BD7-B24EADC48609}" dt="2024-12-01T03:38:45.065" v="2424" actId="6549"/>
        <pc:sldMkLst>
          <pc:docMk/>
          <pc:sldMk cId="2547130005" sldId="280"/>
        </pc:sldMkLst>
        <pc:spChg chg="mod">
          <ac:chgData name="Hamdy Bakry Mohy Soliman" userId="12520703-dc6c-4920-a97e-cc2ce99e39bf" providerId="ADAL" clId="{1F0D1E83-6066-4E4E-8BD7-B24EADC48609}" dt="2024-11-29T22:18:24.599" v="1782" actId="20577"/>
          <ac:spMkLst>
            <pc:docMk/>
            <pc:sldMk cId="2547130005" sldId="280"/>
            <ac:spMk id="4" creationId="{7243132E-E9AD-E209-C763-E474AC2C6532}"/>
          </ac:spMkLst>
        </pc:spChg>
        <pc:spChg chg="mod">
          <ac:chgData name="Hamdy Bakry Mohy Soliman" userId="12520703-dc6c-4920-a97e-cc2ce99e39bf" providerId="ADAL" clId="{1F0D1E83-6066-4E4E-8BD7-B24EADC48609}" dt="2024-12-01T03:38:45.065" v="2424" actId="6549"/>
          <ac:spMkLst>
            <pc:docMk/>
            <pc:sldMk cId="2547130005" sldId="280"/>
            <ac:spMk id="5" creationId="{AE3DB04F-BCAF-ACE3-4ED4-7134B4042EE0}"/>
          </ac:spMkLst>
        </pc:spChg>
      </pc:sldChg>
      <pc:sldChg chg="modSp mod">
        <pc:chgData name="Hamdy Bakry Mohy Soliman" userId="12520703-dc6c-4920-a97e-cc2ce99e39bf" providerId="ADAL" clId="{1F0D1E83-6066-4E4E-8BD7-B24EADC48609}" dt="2024-12-01T03:43:31.352" v="2581" actId="20577"/>
        <pc:sldMkLst>
          <pc:docMk/>
          <pc:sldMk cId="2350879017" sldId="296"/>
        </pc:sldMkLst>
        <pc:spChg chg="mod">
          <ac:chgData name="Hamdy Bakry Mohy Soliman" userId="12520703-dc6c-4920-a97e-cc2ce99e39bf" providerId="ADAL" clId="{1F0D1E83-6066-4E4E-8BD7-B24EADC48609}" dt="2024-11-29T22:18:38.668" v="1791" actId="20577"/>
          <ac:spMkLst>
            <pc:docMk/>
            <pc:sldMk cId="2350879017" sldId="296"/>
            <ac:spMk id="2" creationId="{42A405A6-5B39-56DA-EA7B-87009E2F4011}"/>
          </ac:spMkLst>
        </pc:spChg>
        <pc:spChg chg="mod">
          <ac:chgData name="Hamdy Bakry Mohy Soliman" userId="12520703-dc6c-4920-a97e-cc2ce99e39bf" providerId="ADAL" clId="{1F0D1E83-6066-4E4E-8BD7-B24EADC48609}" dt="2024-12-01T03:43:31.352" v="2581" actId="20577"/>
          <ac:spMkLst>
            <pc:docMk/>
            <pc:sldMk cId="2350879017" sldId="296"/>
            <ac:spMk id="3" creationId="{11B56761-8450-F668-43E0-6F718B1FF9AF}"/>
          </ac:spMkLst>
        </pc:spChg>
      </pc:sldChg>
      <pc:sldChg chg="addSp delSp modSp mod modClrScheme chgLayout">
        <pc:chgData name="Hamdy Bakry Mohy Soliman" userId="12520703-dc6c-4920-a97e-cc2ce99e39bf" providerId="ADAL" clId="{1F0D1E83-6066-4E4E-8BD7-B24EADC48609}" dt="2024-12-01T04:42:21.851" v="2696" actId="1036"/>
        <pc:sldMkLst>
          <pc:docMk/>
          <pc:sldMk cId="1775629811" sldId="304"/>
        </pc:sldMkLst>
        <pc:spChg chg="mod ord">
          <ac:chgData name="Hamdy Bakry Mohy Soliman" userId="12520703-dc6c-4920-a97e-cc2ce99e39bf" providerId="ADAL" clId="{1F0D1E83-6066-4E4E-8BD7-B24EADC48609}" dt="2024-11-29T22:32:43.082" v="2005" actId="700"/>
          <ac:spMkLst>
            <pc:docMk/>
            <pc:sldMk cId="1775629811" sldId="304"/>
            <ac:spMk id="2" creationId="{4CC16AEC-24D4-D790-8A34-E15B491CEE81}"/>
          </ac:spMkLst>
        </pc:spChg>
        <pc:spChg chg="mod ord">
          <ac:chgData name="Hamdy Bakry Mohy Soliman" userId="12520703-dc6c-4920-a97e-cc2ce99e39bf" providerId="ADAL" clId="{1F0D1E83-6066-4E4E-8BD7-B24EADC48609}" dt="2024-11-29T22:32:43.082" v="2005" actId="700"/>
          <ac:spMkLst>
            <pc:docMk/>
            <pc:sldMk cId="1775629811" sldId="304"/>
            <ac:spMk id="4" creationId="{3037F8D8-BBAF-2995-4778-822418AFA329}"/>
          </ac:spMkLst>
        </pc:spChg>
        <pc:spChg chg="add del">
          <ac:chgData name="Hamdy Bakry Mohy Soliman" userId="12520703-dc6c-4920-a97e-cc2ce99e39bf" providerId="ADAL" clId="{1F0D1E83-6066-4E4E-8BD7-B24EADC48609}" dt="2024-11-29T22:26:56.185" v="1929" actId="22"/>
          <ac:spMkLst>
            <pc:docMk/>
            <pc:sldMk cId="1775629811" sldId="304"/>
            <ac:spMk id="5" creationId="{0951094C-8C38-B7C5-5514-CD67DFE2AB12}"/>
          </ac:spMkLst>
        </pc:spChg>
        <pc:spChg chg="add del mod topLvl">
          <ac:chgData name="Hamdy Bakry Mohy Soliman" userId="12520703-dc6c-4920-a97e-cc2ce99e39bf" providerId="ADAL" clId="{1F0D1E83-6066-4E4E-8BD7-B24EADC48609}" dt="2024-12-01T03:38:08.514" v="2409" actId="207"/>
          <ac:spMkLst>
            <pc:docMk/>
            <pc:sldMk cId="1775629811" sldId="304"/>
            <ac:spMk id="11" creationId="{9F2DA979-7686-FC15-F0BF-DD53B5BE47A7}"/>
          </ac:spMkLst>
        </pc:spChg>
        <pc:spChg chg="add del mod ord">
          <ac:chgData name="Hamdy Bakry Mohy Soliman" userId="12520703-dc6c-4920-a97e-cc2ce99e39bf" providerId="ADAL" clId="{1F0D1E83-6066-4E4E-8BD7-B24EADC48609}" dt="2024-11-29T22:35:21.997" v="2152" actId="478"/>
          <ac:spMkLst>
            <pc:docMk/>
            <pc:sldMk cId="1775629811" sldId="304"/>
            <ac:spMk id="13" creationId="{DDA2C223-7B27-018C-BAED-EA11C2D95B3B}"/>
          </ac:spMkLst>
        </pc:spChg>
        <pc:spChg chg="mod">
          <ac:chgData name="Hamdy Bakry Mohy Soliman" userId="12520703-dc6c-4920-a97e-cc2ce99e39bf" providerId="ADAL" clId="{1F0D1E83-6066-4E4E-8BD7-B24EADC48609}" dt="2024-11-29T22:33:04.700" v="2010"/>
          <ac:spMkLst>
            <pc:docMk/>
            <pc:sldMk cId="1775629811" sldId="304"/>
            <ac:spMk id="16" creationId="{9F2DA979-7686-FC15-F0BF-DD53B5BE47A7}"/>
          </ac:spMkLst>
        </pc:spChg>
        <pc:grpChg chg="add del mod">
          <ac:chgData name="Hamdy Bakry Mohy Soliman" userId="12520703-dc6c-4920-a97e-cc2ce99e39bf" providerId="ADAL" clId="{1F0D1E83-6066-4E4E-8BD7-B24EADC48609}" dt="2024-12-01T04:42:21.851" v="2696" actId="1036"/>
          <ac:grpSpMkLst>
            <pc:docMk/>
            <pc:sldMk cId="1775629811" sldId="304"/>
            <ac:grpSpMk id="12" creationId="{B5760537-13EE-1D3B-E548-CB83B07D6699}"/>
          </ac:grpSpMkLst>
        </pc:grpChg>
        <pc:grpChg chg="add mod">
          <ac:chgData name="Hamdy Bakry Mohy Soliman" userId="12520703-dc6c-4920-a97e-cc2ce99e39bf" providerId="ADAL" clId="{1F0D1E83-6066-4E4E-8BD7-B24EADC48609}" dt="2024-11-29T22:33:04.700" v="2010"/>
          <ac:grpSpMkLst>
            <pc:docMk/>
            <pc:sldMk cId="1775629811" sldId="304"/>
            <ac:grpSpMk id="14" creationId="{B5760537-13EE-1D3B-E548-CB83B07D6699}"/>
          </ac:grpSpMkLst>
        </pc:grpChg>
        <pc:picChg chg="mod">
          <ac:chgData name="Hamdy Bakry Mohy Soliman" userId="12520703-dc6c-4920-a97e-cc2ce99e39bf" providerId="ADAL" clId="{1F0D1E83-6066-4E4E-8BD7-B24EADC48609}" dt="2024-11-29T22:32:59.475" v="2007" actId="1076"/>
          <ac:picMkLst>
            <pc:docMk/>
            <pc:sldMk cId="1775629811" sldId="304"/>
            <ac:picMk id="6" creationId="{A758D22C-A980-ED55-B0D3-123A02E453C2}"/>
          </ac:picMkLst>
        </pc:picChg>
        <pc:picChg chg="add mod">
          <ac:chgData name="Hamdy Bakry Mohy Soliman" userId="12520703-dc6c-4920-a97e-cc2ce99e39bf" providerId="ADAL" clId="{1F0D1E83-6066-4E4E-8BD7-B24EADC48609}" dt="2024-11-29T22:30:08.629" v="1934"/>
          <ac:picMkLst>
            <pc:docMk/>
            <pc:sldMk cId="1775629811" sldId="304"/>
            <ac:picMk id="8" creationId="{04E85397-42B0-4560-3AF8-6889C98A370C}"/>
          </ac:picMkLst>
        </pc:picChg>
        <pc:picChg chg="add del mod topLvl">
          <ac:chgData name="Hamdy Bakry Mohy Soliman" userId="12520703-dc6c-4920-a97e-cc2ce99e39bf" providerId="ADAL" clId="{1F0D1E83-6066-4E4E-8BD7-B24EADC48609}" dt="2024-11-29T22:35:30.264" v="2157" actId="1076"/>
          <ac:picMkLst>
            <pc:docMk/>
            <pc:sldMk cId="1775629811" sldId="304"/>
            <ac:picMk id="9" creationId="{B9B3AFEA-493B-10D6-EB2D-2A74683BCB33}"/>
          </ac:picMkLst>
        </pc:picChg>
        <pc:picChg chg="mod">
          <ac:chgData name="Hamdy Bakry Mohy Soliman" userId="12520703-dc6c-4920-a97e-cc2ce99e39bf" providerId="ADAL" clId="{1F0D1E83-6066-4E4E-8BD7-B24EADC48609}" dt="2024-11-29T22:33:04.700" v="2010"/>
          <ac:picMkLst>
            <pc:docMk/>
            <pc:sldMk cId="1775629811" sldId="304"/>
            <ac:picMk id="15" creationId="{B9B3AFEA-493B-10D6-EB2D-2A74683BCB33}"/>
          </ac:picMkLst>
        </pc:picChg>
        <pc:picChg chg="add mod">
          <ac:chgData name="Hamdy Bakry Mohy Soliman" userId="12520703-dc6c-4920-a97e-cc2ce99e39bf" providerId="ADAL" clId="{1F0D1E83-6066-4E4E-8BD7-B24EADC48609}" dt="2024-11-29T22:34:56.993" v="2142"/>
          <ac:picMkLst>
            <pc:docMk/>
            <pc:sldMk cId="1775629811" sldId="304"/>
            <ac:picMk id="17" creationId="{B9B3AFEA-493B-10D6-EB2D-2A74683BCB33}"/>
          </ac:picMkLst>
        </pc:picChg>
        <pc:picChg chg="add mod">
          <ac:chgData name="Hamdy Bakry Mohy Soliman" userId="12520703-dc6c-4920-a97e-cc2ce99e39bf" providerId="ADAL" clId="{1F0D1E83-6066-4E4E-8BD7-B24EADC48609}" dt="2024-11-29T22:35:13.736" v="2149"/>
          <ac:picMkLst>
            <pc:docMk/>
            <pc:sldMk cId="1775629811" sldId="304"/>
            <ac:picMk id="18" creationId="{B9B3AFEA-493B-10D6-EB2D-2A74683BCB33}"/>
          </ac:picMkLst>
        </pc:picChg>
        <pc:picChg chg="add del">
          <ac:chgData name="Hamdy Bakry Mohy Soliman" userId="12520703-dc6c-4920-a97e-cc2ce99e39bf" providerId="ADAL" clId="{1F0D1E83-6066-4E4E-8BD7-B24EADC48609}" dt="2024-11-29T22:35:13.548" v="2148" actId="22"/>
          <ac:picMkLst>
            <pc:docMk/>
            <pc:sldMk cId="1775629811" sldId="304"/>
            <ac:picMk id="20" creationId="{E87B16D8-0C35-7B69-7672-EEFCF7A29F56}"/>
          </ac:picMkLst>
        </pc:picChg>
      </pc:sldChg>
      <pc:sldChg chg="del ord">
        <pc:chgData name="Hamdy Bakry Mohy Soliman" userId="12520703-dc6c-4920-a97e-cc2ce99e39bf" providerId="ADAL" clId="{1F0D1E83-6066-4E4E-8BD7-B24EADC48609}" dt="2024-11-29T21:10:36.777" v="486" actId="2696"/>
        <pc:sldMkLst>
          <pc:docMk/>
          <pc:sldMk cId="655325766" sldId="306"/>
        </pc:sldMkLst>
      </pc:sldChg>
      <pc:sldChg chg="addSp delSp modSp add mod ord modClrScheme chgLayout">
        <pc:chgData name="Hamdy Bakry Mohy Soliman" userId="12520703-dc6c-4920-a97e-cc2ce99e39bf" providerId="ADAL" clId="{1F0D1E83-6066-4E4E-8BD7-B24EADC48609}" dt="2024-11-29T22:48:40.665" v="2307" actId="113"/>
        <pc:sldMkLst>
          <pc:docMk/>
          <pc:sldMk cId="3262905351" sldId="306"/>
        </pc:sldMkLst>
        <pc:spChg chg="del mod ord">
          <ac:chgData name="Hamdy Bakry Mohy Soliman" userId="12520703-dc6c-4920-a97e-cc2ce99e39bf" providerId="ADAL" clId="{1F0D1E83-6066-4E4E-8BD7-B24EADC48609}" dt="2024-11-29T22:46:30.311" v="2213" actId="6264"/>
          <ac:spMkLst>
            <pc:docMk/>
            <pc:sldMk cId="3262905351" sldId="306"/>
            <ac:spMk id="2" creationId="{3872261E-CD74-7CEC-6CFC-A57E209979F5}"/>
          </ac:spMkLst>
        </pc:spChg>
        <pc:spChg chg="del mod ord">
          <ac:chgData name="Hamdy Bakry Mohy Soliman" userId="12520703-dc6c-4920-a97e-cc2ce99e39bf" providerId="ADAL" clId="{1F0D1E83-6066-4E4E-8BD7-B24EADC48609}" dt="2024-11-29T22:45:53.933" v="2197" actId="700"/>
          <ac:spMkLst>
            <pc:docMk/>
            <pc:sldMk cId="3262905351" sldId="306"/>
            <ac:spMk id="3" creationId="{35DABC2A-ACE0-9711-2547-8876DC1607A3}"/>
          </ac:spMkLst>
        </pc:spChg>
        <pc:spChg chg="add del mod">
          <ac:chgData name="Hamdy Bakry Mohy Soliman" userId="12520703-dc6c-4920-a97e-cc2ce99e39bf" providerId="ADAL" clId="{1F0D1E83-6066-4E4E-8BD7-B24EADC48609}" dt="2024-11-29T22:46:21.034" v="2208" actId="478"/>
          <ac:spMkLst>
            <pc:docMk/>
            <pc:sldMk cId="3262905351" sldId="306"/>
            <ac:spMk id="7" creationId="{4FE35213-88E4-A724-2390-FFE108999961}"/>
          </ac:spMkLst>
        </pc:spChg>
        <pc:spChg chg="add del mod ord">
          <ac:chgData name="Hamdy Bakry Mohy Soliman" userId="12520703-dc6c-4920-a97e-cc2ce99e39bf" providerId="ADAL" clId="{1F0D1E83-6066-4E4E-8BD7-B24EADC48609}" dt="2024-11-29T22:46:00.926" v="2198" actId="700"/>
          <ac:spMkLst>
            <pc:docMk/>
            <pc:sldMk cId="3262905351" sldId="306"/>
            <ac:spMk id="9" creationId="{4329865B-B6E0-0788-6E38-8498BA2AC5F2}"/>
          </ac:spMkLst>
        </pc:spChg>
        <pc:spChg chg="add del mod ord">
          <ac:chgData name="Hamdy Bakry Mohy Soliman" userId="12520703-dc6c-4920-a97e-cc2ce99e39bf" providerId="ADAL" clId="{1F0D1E83-6066-4E4E-8BD7-B24EADC48609}" dt="2024-11-29T22:46:00.926" v="2198" actId="700"/>
          <ac:spMkLst>
            <pc:docMk/>
            <pc:sldMk cId="3262905351" sldId="306"/>
            <ac:spMk id="10" creationId="{329656CC-E0F5-B441-B63E-B39CB82A3618}"/>
          </ac:spMkLst>
        </pc:spChg>
        <pc:spChg chg="add mod ord">
          <ac:chgData name="Hamdy Bakry Mohy Soliman" userId="12520703-dc6c-4920-a97e-cc2ce99e39bf" providerId="ADAL" clId="{1F0D1E83-6066-4E4E-8BD7-B24EADC48609}" dt="2024-11-29T22:46:53.944" v="2241" actId="1076"/>
          <ac:spMkLst>
            <pc:docMk/>
            <pc:sldMk cId="3262905351" sldId="306"/>
            <ac:spMk id="11" creationId="{BD26603F-BAF2-B720-DB1D-07E6C4F69643}"/>
          </ac:spMkLst>
        </pc:spChg>
        <pc:spChg chg="add del mod ord">
          <ac:chgData name="Hamdy Bakry Mohy Soliman" userId="12520703-dc6c-4920-a97e-cc2ce99e39bf" providerId="ADAL" clId="{1F0D1E83-6066-4E4E-8BD7-B24EADC48609}" dt="2024-11-29T22:46:05.084" v="2200"/>
          <ac:spMkLst>
            <pc:docMk/>
            <pc:sldMk cId="3262905351" sldId="306"/>
            <ac:spMk id="12" creationId="{CF6BA8FD-A131-2324-935F-378AB7707D9C}"/>
          </ac:spMkLst>
        </pc:spChg>
        <pc:spChg chg="add mod ord">
          <ac:chgData name="Hamdy Bakry Mohy Soliman" userId="12520703-dc6c-4920-a97e-cc2ce99e39bf" providerId="ADAL" clId="{1F0D1E83-6066-4E4E-8BD7-B24EADC48609}" dt="2024-11-29T22:46:46.266" v="2237" actId="122"/>
          <ac:spMkLst>
            <pc:docMk/>
            <pc:sldMk cId="3262905351" sldId="306"/>
            <ac:spMk id="13" creationId="{1C3227F0-B4C2-9FA2-BEBA-92E286C6D62E}"/>
          </ac:spMkLst>
        </pc:spChg>
        <pc:spChg chg="add del mod ord">
          <ac:chgData name="Hamdy Bakry Mohy Soliman" userId="12520703-dc6c-4920-a97e-cc2ce99e39bf" providerId="ADAL" clId="{1F0D1E83-6066-4E4E-8BD7-B24EADC48609}" dt="2024-11-29T22:46:13.779" v="2202"/>
          <ac:spMkLst>
            <pc:docMk/>
            <pc:sldMk cId="3262905351" sldId="306"/>
            <ac:spMk id="14" creationId="{1DBBCBB2-FB8F-58D9-F67F-C089FB0058CB}"/>
          </ac:spMkLst>
        </pc:spChg>
        <pc:spChg chg="add del mod">
          <ac:chgData name="Hamdy Bakry Mohy Soliman" userId="12520703-dc6c-4920-a97e-cc2ce99e39bf" providerId="ADAL" clId="{1F0D1E83-6066-4E4E-8BD7-B24EADC48609}" dt="2024-11-29T22:46:30.311" v="2213" actId="6264"/>
          <ac:spMkLst>
            <pc:docMk/>
            <pc:sldMk cId="3262905351" sldId="306"/>
            <ac:spMk id="17" creationId="{3E5094B0-D0FA-60A4-2925-8BD0B0633F9F}"/>
          </ac:spMkLst>
        </pc:spChg>
        <pc:spChg chg="add del mod">
          <ac:chgData name="Hamdy Bakry Mohy Soliman" userId="12520703-dc6c-4920-a97e-cc2ce99e39bf" providerId="ADAL" clId="{1F0D1E83-6066-4E4E-8BD7-B24EADC48609}" dt="2024-11-29T22:46:30.311" v="2213" actId="6264"/>
          <ac:spMkLst>
            <pc:docMk/>
            <pc:sldMk cId="3262905351" sldId="306"/>
            <ac:spMk id="18" creationId="{2CAB01A1-E273-6943-B55D-E55721ECE54A}"/>
          </ac:spMkLst>
        </pc:spChg>
        <pc:spChg chg="add del mod">
          <ac:chgData name="Hamdy Bakry Mohy Soliman" userId="12520703-dc6c-4920-a97e-cc2ce99e39bf" providerId="ADAL" clId="{1F0D1E83-6066-4E4E-8BD7-B24EADC48609}" dt="2024-11-29T22:46:30.311" v="2213" actId="6264"/>
          <ac:spMkLst>
            <pc:docMk/>
            <pc:sldMk cId="3262905351" sldId="306"/>
            <ac:spMk id="19" creationId="{C888709B-C33A-DAB2-5968-0C1F12A676C7}"/>
          </ac:spMkLst>
        </pc:spChg>
        <pc:spChg chg="add del mod">
          <ac:chgData name="Hamdy Bakry Mohy Soliman" userId="12520703-dc6c-4920-a97e-cc2ce99e39bf" providerId="ADAL" clId="{1F0D1E83-6066-4E4E-8BD7-B24EADC48609}" dt="2024-11-29T22:46:30.311" v="2213" actId="6264"/>
          <ac:spMkLst>
            <pc:docMk/>
            <pc:sldMk cId="3262905351" sldId="306"/>
            <ac:spMk id="20" creationId="{0D5FF280-B2A6-7F35-17EF-99D1955656FF}"/>
          </ac:spMkLst>
        </pc:spChg>
        <pc:spChg chg="add del mod ord">
          <ac:chgData name="Hamdy Bakry Mohy Soliman" userId="12520703-dc6c-4920-a97e-cc2ce99e39bf" providerId="ADAL" clId="{1F0D1E83-6066-4E4E-8BD7-B24EADC48609}" dt="2024-11-29T22:46:49.262" v="2238" actId="478"/>
          <ac:spMkLst>
            <pc:docMk/>
            <pc:sldMk cId="3262905351" sldId="306"/>
            <ac:spMk id="21" creationId="{DBCC7DF7-BA68-0FAE-F3EF-181360350C01}"/>
          </ac:spMkLst>
        </pc:spChg>
        <pc:spChg chg="add del mod">
          <ac:chgData name="Hamdy Bakry Mohy Soliman" userId="12520703-dc6c-4920-a97e-cc2ce99e39bf" providerId="ADAL" clId="{1F0D1E83-6066-4E4E-8BD7-B24EADC48609}" dt="2024-11-29T22:47:02.405" v="2245"/>
          <ac:spMkLst>
            <pc:docMk/>
            <pc:sldMk cId="3262905351" sldId="306"/>
            <ac:spMk id="23" creationId="{1137F911-8CFC-CC55-5CB6-CD8E83A75D74}"/>
          </ac:spMkLst>
        </pc:spChg>
        <pc:spChg chg="add del mod">
          <ac:chgData name="Hamdy Bakry Mohy Soliman" userId="12520703-dc6c-4920-a97e-cc2ce99e39bf" providerId="ADAL" clId="{1F0D1E83-6066-4E4E-8BD7-B24EADC48609}" dt="2024-11-29T22:48:26.066" v="2301" actId="478"/>
          <ac:spMkLst>
            <pc:docMk/>
            <pc:sldMk cId="3262905351" sldId="306"/>
            <ac:spMk id="26" creationId="{9F06EDF8-DC0F-5436-4DF2-77BC2339E112}"/>
          </ac:spMkLst>
        </pc:spChg>
        <pc:spChg chg="add del mod">
          <ac:chgData name="Hamdy Bakry Mohy Soliman" userId="12520703-dc6c-4920-a97e-cc2ce99e39bf" providerId="ADAL" clId="{1F0D1E83-6066-4E4E-8BD7-B24EADC48609}" dt="2024-11-29T22:48:30.066" v="2302" actId="478"/>
          <ac:spMkLst>
            <pc:docMk/>
            <pc:sldMk cId="3262905351" sldId="306"/>
            <ac:spMk id="30" creationId="{C115B79C-509D-289F-65E6-47408D137059}"/>
          </ac:spMkLst>
        </pc:spChg>
        <pc:spChg chg="add mod">
          <ac:chgData name="Hamdy Bakry Mohy Soliman" userId="12520703-dc6c-4920-a97e-cc2ce99e39bf" providerId="ADAL" clId="{1F0D1E83-6066-4E4E-8BD7-B24EADC48609}" dt="2024-11-29T22:48:40.665" v="2307" actId="113"/>
          <ac:spMkLst>
            <pc:docMk/>
            <pc:sldMk cId="3262905351" sldId="306"/>
            <ac:spMk id="31" creationId="{EB248D7D-F87A-BFFF-092F-E0C41040E65F}"/>
          </ac:spMkLst>
        </pc:spChg>
        <pc:picChg chg="add del mod">
          <ac:chgData name="Hamdy Bakry Mohy Soliman" userId="12520703-dc6c-4920-a97e-cc2ce99e39bf" providerId="ADAL" clId="{1F0D1E83-6066-4E4E-8BD7-B24EADC48609}" dt="2024-11-29T22:46:09.150" v="2201" actId="21"/>
          <ac:picMkLst>
            <pc:docMk/>
            <pc:sldMk cId="3262905351" sldId="306"/>
            <ac:picMk id="4" creationId="{311F4055-3112-F58A-C148-9215DDFB6ECA}"/>
          </ac:picMkLst>
        </pc:picChg>
        <pc:picChg chg="del mod">
          <ac:chgData name="Hamdy Bakry Mohy Soliman" userId="12520703-dc6c-4920-a97e-cc2ce99e39bf" providerId="ADAL" clId="{1F0D1E83-6066-4E4E-8BD7-B24EADC48609}" dt="2024-11-29T22:46:03.640" v="2199" actId="21"/>
          <ac:picMkLst>
            <pc:docMk/>
            <pc:sldMk cId="3262905351" sldId="306"/>
            <ac:picMk id="5" creationId="{7E13389C-705A-B12D-4200-97A56FE0C810}"/>
          </ac:picMkLst>
        </pc:picChg>
        <pc:picChg chg="add del mod">
          <ac:chgData name="Hamdy Bakry Mohy Soliman" userId="12520703-dc6c-4920-a97e-cc2ce99e39bf" providerId="ADAL" clId="{1F0D1E83-6066-4E4E-8BD7-B24EADC48609}" dt="2024-11-29T22:47:12.575" v="2249" actId="21"/>
          <ac:picMkLst>
            <pc:docMk/>
            <pc:sldMk cId="3262905351" sldId="306"/>
            <ac:picMk id="8" creationId="{607A22C2-5C67-3C5F-772B-5C9E4D34CE3C}"/>
          </ac:picMkLst>
        </pc:picChg>
        <pc:picChg chg="add del mod ord">
          <ac:chgData name="Hamdy Bakry Mohy Soliman" userId="12520703-dc6c-4920-a97e-cc2ce99e39bf" providerId="ADAL" clId="{1F0D1E83-6066-4E4E-8BD7-B24EADC48609}" dt="2024-11-29T22:46:59.894" v="2244" actId="21"/>
          <ac:picMkLst>
            <pc:docMk/>
            <pc:sldMk cId="3262905351" sldId="306"/>
            <ac:picMk id="15" creationId="{7E13389C-705A-B12D-4200-97A56FE0C810}"/>
          </ac:picMkLst>
        </pc:picChg>
        <pc:picChg chg="add del mod ord">
          <ac:chgData name="Hamdy Bakry Mohy Soliman" userId="12520703-dc6c-4920-a97e-cc2ce99e39bf" providerId="ADAL" clId="{1F0D1E83-6066-4E4E-8BD7-B24EADC48609}" dt="2024-11-29T22:47:12.575" v="2249" actId="21"/>
          <ac:picMkLst>
            <pc:docMk/>
            <pc:sldMk cId="3262905351" sldId="306"/>
            <ac:picMk id="16" creationId="{311F4055-3112-F58A-C148-9215DDFB6ECA}"/>
          </ac:picMkLst>
        </pc:picChg>
        <pc:picChg chg="add mod">
          <ac:chgData name="Hamdy Bakry Mohy Soliman" userId="12520703-dc6c-4920-a97e-cc2ce99e39bf" providerId="ADAL" clId="{1F0D1E83-6066-4E4E-8BD7-B24EADC48609}" dt="2024-11-29T22:47:06.328" v="2247" actId="1076"/>
          <ac:picMkLst>
            <pc:docMk/>
            <pc:sldMk cId="3262905351" sldId="306"/>
            <ac:picMk id="24" creationId="{7E13389C-705A-B12D-4200-97A56FE0C810}"/>
          </ac:picMkLst>
        </pc:picChg>
        <pc:picChg chg="add mod">
          <ac:chgData name="Hamdy Bakry Mohy Soliman" userId="12520703-dc6c-4920-a97e-cc2ce99e39bf" providerId="ADAL" clId="{1F0D1E83-6066-4E4E-8BD7-B24EADC48609}" dt="2024-11-29T22:47:54.937" v="2263" actId="1076"/>
          <ac:picMkLst>
            <pc:docMk/>
            <pc:sldMk cId="3262905351" sldId="306"/>
            <ac:picMk id="27" creationId="{311F4055-3112-F58A-C148-9215DDFB6ECA}"/>
          </ac:picMkLst>
        </pc:picChg>
        <pc:picChg chg="add mod">
          <ac:chgData name="Hamdy Bakry Mohy Soliman" userId="12520703-dc6c-4920-a97e-cc2ce99e39bf" providerId="ADAL" clId="{1F0D1E83-6066-4E4E-8BD7-B24EADC48609}" dt="2024-11-29T22:47:40.740" v="2259" actId="1076"/>
          <ac:picMkLst>
            <pc:docMk/>
            <pc:sldMk cId="3262905351" sldId="306"/>
            <ac:picMk id="28" creationId="{607A22C2-5C67-3C5F-772B-5C9E4D34CE3C}"/>
          </ac:picMkLst>
        </pc:picChg>
      </pc:sldChg>
      <pc:sldChg chg="modSp add del mod">
        <pc:chgData name="Hamdy Bakry Mohy Soliman" userId="12520703-dc6c-4920-a97e-cc2ce99e39bf" providerId="ADAL" clId="{1F0D1E83-6066-4E4E-8BD7-B24EADC48609}" dt="2024-11-29T22:11:31.119" v="1718" actId="47"/>
        <pc:sldMkLst>
          <pc:docMk/>
          <pc:sldMk cId="472178455" sldId="307"/>
        </pc:sldMkLst>
        <pc:spChg chg="mod">
          <ac:chgData name="Hamdy Bakry Mohy Soliman" userId="12520703-dc6c-4920-a97e-cc2ce99e39bf" providerId="ADAL" clId="{1F0D1E83-6066-4E4E-8BD7-B24EADC48609}" dt="2024-11-29T21:14:49.913" v="522" actId="20577"/>
          <ac:spMkLst>
            <pc:docMk/>
            <pc:sldMk cId="472178455" sldId="307"/>
            <ac:spMk id="4" creationId="{913F5E5E-0965-8E46-C2D6-779CD2B7B920}"/>
          </ac:spMkLst>
        </pc:spChg>
      </pc:sldChg>
      <pc:sldChg chg="del ord">
        <pc:chgData name="Hamdy Bakry Mohy Soliman" userId="12520703-dc6c-4920-a97e-cc2ce99e39bf" providerId="ADAL" clId="{1F0D1E83-6066-4E4E-8BD7-B24EADC48609}" dt="2024-11-29T21:10:36.777" v="486" actId="2696"/>
        <pc:sldMkLst>
          <pc:docMk/>
          <pc:sldMk cId="2803107480" sldId="307"/>
        </pc:sldMkLst>
      </pc:sldChg>
      <pc:sldChg chg="del ord">
        <pc:chgData name="Hamdy Bakry Mohy Soliman" userId="12520703-dc6c-4920-a97e-cc2ce99e39bf" providerId="ADAL" clId="{1F0D1E83-6066-4E4E-8BD7-B24EADC48609}" dt="2024-11-29T21:10:36.777" v="486" actId="2696"/>
        <pc:sldMkLst>
          <pc:docMk/>
          <pc:sldMk cId="154164866" sldId="308"/>
        </pc:sldMkLst>
      </pc:sldChg>
      <pc:sldChg chg="modSp add del mod">
        <pc:chgData name="Hamdy Bakry Mohy Soliman" userId="12520703-dc6c-4920-a97e-cc2ce99e39bf" providerId="ADAL" clId="{1F0D1E83-6066-4E4E-8BD7-B24EADC48609}" dt="2024-11-29T22:11:31.119" v="1718" actId="47"/>
        <pc:sldMkLst>
          <pc:docMk/>
          <pc:sldMk cId="2354813055" sldId="308"/>
        </pc:sldMkLst>
        <pc:spChg chg="mod">
          <ac:chgData name="Hamdy Bakry Mohy Soliman" userId="12520703-dc6c-4920-a97e-cc2ce99e39bf" providerId="ADAL" clId="{1F0D1E83-6066-4E4E-8BD7-B24EADC48609}" dt="2024-11-29T21:15:02.205" v="524" actId="20577"/>
          <ac:spMkLst>
            <pc:docMk/>
            <pc:sldMk cId="2354813055" sldId="308"/>
            <ac:spMk id="2" creationId="{4A094AA6-AFAF-0424-C7E3-6E082B637226}"/>
          </ac:spMkLst>
        </pc:spChg>
      </pc:sldChg>
      <pc:sldChg chg="modSp add del mod">
        <pc:chgData name="Hamdy Bakry Mohy Soliman" userId="12520703-dc6c-4920-a97e-cc2ce99e39bf" providerId="ADAL" clId="{1F0D1E83-6066-4E4E-8BD7-B24EADC48609}" dt="2024-11-29T22:11:31.119" v="1718" actId="47"/>
        <pc:sldMkLst>
          <pc:docMk/>
          <pc:sldMk cId="560364831" sldId="309"/>
        </pc:sldMkLst>
        <pc:spChg chg="mod">
          <ac:chgData name="Hamdy Bakry Mohy Soliman" userId="12520703-dc6c-4920-a97e-cc2ce99e39bf" providerId="ADAL" clId="{1F0D1E83-6066-4E4E-8BD7-B24EADC48609}" dt="2024-11-29T21:15:03.460" v="525" actId="20577"/>
          <ac:spMkLst>
            <pc:docMk/>
            <pc:sldMk cId="560364831" sldId="309"/>
            <ac:spMk id="2" creationId="{B4018E3A-CF39-BE4F-C988-ACF56CF108A1}"/>
          </ac:spMkLst>
        </pc:spChg>
      </pc:sldChg>
      <pc:sldChg chg="del ord">
        <pc:chgData name="Hamdy Bakry Mohy Soliman" userId="12520703-dc6c-4920-a97e-cc2ce99e39bf" providerId="ADAL" clId="{1F0D1E83-6066-4E4E-8BD7-B24EADC48609}" dt="2024-11-29T21:10:36.777" v="486" actId="2696"/>
        <pc:sldMkLst>
          <pc:docMk/>
          <pc:sldMk cId="1493726068" sldId="309"/>
        </pc:sldMkLst>
      </pc:sldChg>
      <pc:sldChg chg="modSp add del mod">
        <pc:chgData name="Hamdy Bakry Mohy Soliman" userId="12520703-dc6c-4920-a97e-cc2ce99e39bf" providerId="ADAL" clId="{1F0D1E83-6066-4E4E-8BD7-B24EADC48609}" dt="2024-11-29T22:11:31.119" v="1718" actId="47"/>
        <pc:sldMkLst>
          <pc:docMk/>
          <pc:sldMk cId="1636742001" sldId="310"/>
        </pc:sldMkLst>
        <pc:spChg chg="mod">
          <ac:chgData name="Hamdy Bakry Mohy Soliman" userId="12520703-dc6c-4920-a97e-cc2ce99e39bf" providerId="ADAL" clId="{1F0D1E83-6066-4E4E-8BD7-B24EADC48609}" dt="2024-11-29T21:15:04.592" v="526" actId="20577"/>
          <ac:spMkLst>
            <pc:docMk/>
            <pc:sldMk cId="1636742001" sldId="310"/>
            <ac:spMk id="2" creationId="{6CF1A766-2319-B822-0DC3-23C05290BEDA}"/>
          </ac:spMkLst>
        </pc:spChg>
      </pc:sldChg>
      <pc:sldChg chg="del ord">
        <pc:chgData name="Hamdy Bakry Mohy Soliman" userId="12520703-dc6c-4920-a97e-cc2ce99e39bf" providerId="ADAL" clId="{1F0D1E83-6066-4E4E-8BD7-B24EADC48609}" dt="2024-11-29T21:10:36.777" v="486" actId="2696"/>
        <pc:sldMkLst>
          <pc:docMk/>
          <pc:sldMk cId="3544577544" sldId="310"/>
        </pc:sldMkLst>
      </pc:sldChg>
      <pc:sldChg chg="modSp mod ord">
        <pc:chgData name="Hamdy Bakry Mohy Soliman" userId="12520703-dc6c-4920-a97e-cc2ce99e39bf" providerId="ADAL" clId="{1F0D1E83-6066-4E4E-8BD7-B24EADC48609}" dt="2024-12-01T04:39:18.320" v="2639" actId="6549"/>
        <pc:sldMkLst>
          <pc:docMk/>
          <pc:sldMk cId="3108732341" sldId="311"/>
        </pc:sldMkLst>
        <pc:spChg chg="mod">
          <ac:chgData name="Hamdy Bakry Mohy Soliman" userId="12520703-dc6c-4920-a97e-cc2ce99e39bf" providerId="ADAL" clId="{1F0D1E83-6066-4E4E-8BD7-B24EADC48609}" dt="2024-12-01T04:39:18.320" v="2639" actId="6549"/>
          <ac:spMkLst>
            <pc:docMk/>
            <pc:sldMk cId="3108732341" sldId="311"/>
            <ac:spMk id="3" creationId="{479B56B6-4B8C-807B-062D-E41460F61FEB}"/>
          </ac:spMkLst>
        </pc:spChg>
      </pc:sldChg>
      <pc:sldChg chg="addSp modSp mod">
        <pc:chgData name="Hamdy Bakry Mohy Soliman" userId="12520703-dc6c-4920-a97e-cc2ce99e39bf" providerId="ADAL" clId="{1F0D1E83-6066-4E4E-8BD7-B24EADC48609}" dt="2024-12-01T03:44:51.552" v="2583" actId="20577"/>
        <pc:sldMkLst>
          <pc:docMk/>
          <pc:sldMk cId="932013689" sldId="312"/>
        </pc:sldMkLst>
        <pc:spChg chg="mod">
          <ac:chgData name="Hamdy Bakry Mohy Soliman" userId="12520703-dc6c-4920-a97e-cc2ce99e39bf" providerId="ADAL" clId="{1F0D1E83-6066-4E4E-8BD7-B24EADC48609}" dt="2024-11-29T21:00:20.574" v="429" actId="20577"/>
          <ac:spMkLst>
            <pc:docMk/>
            <pc:sldMk cId="932013689" sldId="312"/>
            <ac:spMk id="3" creationId="{65028E05-5A75-0FD6-FD21-2286DC7CF72A}"/>
          </ac:spMkLst>
        </pc:spChg>
        <pc:spChg chg="mod">
          <ac:chgData name="Hamdy Bakry Mohy Soliman" userId="12520703-dc6c-4920-a97e-cc2ce99e39bf" providerId="ADAL" clId="{1F0D1E83-6066-4E4E-8BD7-B24EADC48609}" dt="2024-11-29T22:37:05.075" v="2176" actId="20577"/>
          <ac:spMkLst>
            <pc:docMk/>
            <pc:sldMk cId="932013689" sldId="312"/>
            <ac:spMk id="6" creationId="{3DBF59CD-A08B-C950-6B22-5B7829EFA5E2}"/>
          </ac:spMkLst>
        </pc:spChg>
        <pc:graphicFrameChg chg="add mod modGraphic">
          <ac:chgData name="Hamdy Bakry Mohy Soliman" userId="12520703-dc6c-4920-a97e-cc2ce99e39bf" providerId="ADAL" clId="{1F0D1E83-6066-4E4E-8BD7-B24EADC48609}" dt="2024-12-01T03:44:51.552" v="2583" actId="20577"/>
          <ac:graphicFrameMkLst>
            <pc:docMk/>
            <pc:sldMk cId="932013689" sldId="312"/>
            <ac:graphicFrameMk id="10" creationId="{707C3497-52F0-FF8C-B03E-B264A71976CA}"/>
          </ac:graphicFrameMkLst>
        </pc:graphicFrameChg>
        <pc:picChg chg="mod">
          <ac:chgData name="Hamdy Bakry Mohy Soliman" userId="12520703-dc6c-4920-a97e-cc2ce99e39bf" providerId="ADAL" clId="{1F0D1E83-6066-4E4E-8BD7-B24EADC48609}" dt="2024-11-29T21:01:14.198" v="439" actId="1076"/>
          <ac:picMkLst>
            <pc:docMk/>
            <pc:sldMk cId="932013689" sldId="312"/>
            <ac:picMk id="11" creationId="{3D2E82EC-1A58-B474-0E78-48DCB38DDA1E}"/>
          </ac:picMkLst>
        </pc:picChg>
        <pc:picChg chg="mod">
          <ac:chgData name="Hamdy Bakry Mohy Soliman" userId="12520703-dc6c-4920-a97e-cc2ce99e39bf" providerId="ADAL" clId="{1F0D1E83-6066-4E4E-8BD7-B24EADC48609}" dt="2024-11-29T21:01:14.198" v="439" actId="1076"/>
          <ac:picMkLst>
            <pc:docMk/>
            <pc:sldMk cId="932013689" sldId="312"/>
            <ac:picMk id="12" creationId="{86A4DF4E-20A7-19B0-13DD-EC6739E51313}"/>
          </ac:picMkLst>
        </pc:picChg>
      </pc:sldChg>
      <pc:sldChg chg="addSp delSp modSp mod">
        <pc:chgData name="Hamdy Bakry Mohy Soliman" userId="12520703-dc6c-4920-a97e-cc2ce99e39bf" providerId="ADAL" clId="{1F0D1E83-6066-4E4E-8BD7-B24EADC48609}" dt="2024-12-01T04:45:53.773" v="2721" actId="1076"/>
        <pc:sldMkLst>
          <pc:docMk/>
          <pc:sldMk cId="2587234070" sldId="313"/>
        </pc:sldMkLst>
        <pc:spChg chg="mod">
          <ac:chgData name="Hamdy Bakry Mohy Soliman" userId="12520703-dc6c-4920-a97e-cc2ce99e39bf" providerId="ADAL" clId="{1F0D1E83-6066-4E4E-8BD7-B24EADC48609}" dt="2024-11-29T22:37:09.884" v="2177"/>
          <ac:spMkLst>
            <pc:docMk/>
            <pc:sldMk cId="2587234070" sldId="313"/>
            <ac:spMk id="2" creationId="{D626B3A8-44EA-78F0-1FC5-B69C1B015C83}"/>
          </ac:spMkLst>
        </pc:spChg>
        <pc:spChg chg="mod">
          <ac:chgData name="Hamdy Bakry Mohy Soliman" userId="12520703-dc6c-4920-a97e-cc2ce99e39bf" providerId="ADAL" clId="{1F0D1E83-6066-4E4E-8BD7-B24EADC48609}" dt="2024-11-29T22:12:44.451" v="1731" actId="108"/>
          <ac:spMkLst>
            <pc:docMk/>
            <pc:sldMk cId="2587234070" sldId="313"/>
            <ac:spMk id="3" creationId="{3497C502-1ACF-5638-91F5-0BC753760BBF}"/>
          </ac:spMkLst>
        </pc:spChg>
        <pc:spChg chg="add del">
          <ac:chgData name="Hamdy Bakry Mohy Soliman" userId="12520703-dc6c-4920-a97e-cc2ce99e39bf" providerId="ADAL" clId="{1F0D1E83-6066-4E4E-8BD7-B24EADC48609}" dt="2024-11-29T21:20:13.273" v="578" actId="11529"/>
          <ac:spMkLst>
            <pc:docMk/>
            <pc:sldMk cId="2587234070" sldId="313"/>
            <ac:spMk id="12" creationId="{3CF761C2-8306-B2BF-BFAF-85BE61C6930F}"/>
          </ac:spMkLst>
        </pc:spChg>
        <pc:spChg chg="add del mod">
          <ac:chgData name="Hamdy Bakry Mohy Soliman" userId="12520703-dc6c-4920-a97e-cc2ce99e39bf" providerId="ADAL" clId="{1F0D1E83-6066-4E4E-8BD7-B24EADC48609}" dt="2024-12-01T04:43:41.878" v="2703" actId="478"/>
          <ac:spMkLst>
            <pc:docMk/>
            <pc:sldMk cId="2587234070" sldId="313"/>
            <ac:spMk id="13" creationId="{9740DD20-DF6F-600B-412A-AF4EEC2939EC}"/>
          </ac:spMkLst>
        </pc:spChg>
        <pc:grpChg chg="mod">
          <ac:chgData name="Hamdy Bakry Mohy Soliman" userId="12520703-dc6c-4920-a97e-cc2ce99e39bf" providerId="ADAL" clId="{1F0D1E83-6066-4E4E-8BD7-B24EADC48609}" dt="2024-11-29T21:19:52.165" v="563"/>
          <ac:grpSpMkLst>
            <pc:docMk/>
            <pc:sldMk cId="2587234070" sldId="313"/>
            <ac:grpSpMk id="7" creationId="{08A66946-A72D-24EC-04F7-7674F898EB4B}"/>
          </ac:grpSpMkLst>
        </pc:grpChg>
        <pc:grpChg chg="mod">
          <ac:chgData name="Hamdy Bakry Mohy Soliman" userId="12520703-dc6c-4920-a97e-cc2ce99e39bf" providerId="ADAL" clId="{1F0D1E83-6066-4E4E-8BD7-B24EADC48609}" dt="2024-11-29T21:19:56.527" v="570"/>
          <ac:grpSpMkLst>
            <pc:docMk/>
            <pc:sldMk cId="2587234070" sldId="313"/>
            <ac:grpSpMk id="11" creationId="{F82739C6-D92A-0CCB-DB61-5BCD6D924FE3}"/>
          </ac:grpSpMkLst>
        </pc:grpChg>
        <pc:picChg chg="add del mod">
          <ac:chgData name="Hamdy Bakry Mohy Soliman" userId="12520703-dc6c-4920-a97e-cc2ce99e39bf" providerId="ADAL" clId="{1F0D1E83-6066-4E4E-8BD7-B24EADC48609}" dt="2024-12-01T04:43:52.772" v="2706" actId="21"/>
          <ac:picMkLst>
            <pc:docMk/>
            <pc:sldMk cId="2587234070" sldId="313"/>
            <ac:picMk id="5" creationId="{9A914C31-DC74-3C01-E676-1E3384CBC6BB}"/>
          </ac:picMkLst>
        </pc:picChg>
        <pc:picChg chg="mod">
          <ac:chgData name="Hamdy Bakry Mohy Soliman" userId="12520703-dc6c-4920-a97e-cc2ce99e39bf" providerId="ADAL" clId="{1F0D1E83-6066-4E4E-8BD7-B24EADC48609}" dt="2024-12-01T04:43:39.742" v="2701" actId="1076"/>
          <ac:picMkLst>
            <pc:docMk/>
            <pc:sldMk cId="2587234070" sldId="313"/>
            <ac:picMk id="6" creationId="{1F1B10E2-8599-38FB-16EF-D2A7D8E8692E}"/>
          </ac:picMkLst>
        </pc:picChg>
        <pc:picChg chg="add del mod">
          <ac:chgData name="Hamdy Bakry Mohy Soliman" userId="12520703-dc6c-4920-a97e-cc2ce99e39bf" providerId="ADAL" clId="{1F0D1E83-6066-4E4E-8BD7-B24EADC48609}" dt="2024-12-01T04:43:44.120" v="2704" actId="21"/>
          <ac:picMkLst>
            <pc:docMk/>
            <pc:sldMk cId="2587234070" sldId="313"/>
            <ac:picMk id="8" creationId="{20E6C3E9-1DF8-A749-1BEB-294A237312E5}"/>
          </ac:picMkLst>
        </pc:picChg>
        <pc:picChg chg="add del mod">
          <ac:chgData name="Hamdy Bakry Mohy Soliman" userId="12520703-dc6c-4920-a97e-cc2ce99e39bf" providerId="ADAL" clId="{1F0D1E83-6066-4E4E-8BD7-B24EADC48609}" dt="2024-12-01T04:44:43.278" v="2715" actId="478"/>
          <ac:picMkLst>
            <pc:docMk/>
            <pc:sldMk cId="2587234070" sldId="313"/>
            <ac:picMk id="9" creationId="{7C8F273D-3AE7-5564-C512-3EF071D9D29C}"/>
          </ac:picMkLst>
        </pc:picChg>
        <pc:picChg chg="add del mod">
          <ac:chgData name="Hamdy Bakry Mohy Soliman" userId="12520703-dc6c-4920-a97e-cc2ce99e39bf" providerId="ADAL" clId="{1F0D1E83-6066-4E4E-8BD7-B24EADC48609}" dt="2024-12-01T04:44:46.309" v="2716" actId="478"/>
          <ac:picMkLst>
            <pc:docMk/>
            <pc:sldMk cId="2587234070" sldId="313"/>
            <ac:picMk id="10" creationId="{0FF4FB00-D579-A244-C41B-0A4531A39D59}"/>
          </ac:picMkLst>
        </pc:picChg>
        <pc:picChg chg="add mod">
          <ac:chgData name="Hamdy Bakry Mohy Soliman" userId="12520703-dc6c-4920-a97e-cc2ce99e39bf" providerId="ADAL" clId="{1F0D1E83-6066-4E4E-8BD7-B24EADC48609}" dt="2024-12-01T04:45:43.772" v="2720" actId="1076"/>
          <ac:picMkLst>
            <pc:docMk/>
            <pc:sldMk cId="2587234070" sldId="313"/>
            <ac:picMk id="12" creationId="{AF09852E-B6E2-91E1-B5E2-D3426463ACAE}"/>
          </ac:picMkLst>
        </pc:picChg>
        <pc:picChg chg="add mod">
          <ac:chgData name="Hamdy Bakry Mohy Soliman" userId="12520703-dc6c-4920-a97e-cc2ce99e39bf" providerId="ADAL" clId="{1F0D1E83-6066-4E4E-8BD7-B24EADC48609}" dt="2024-12-01T04:45:53.773" v="2721" actId="1076"/>
          <ac:picMkLst>
            <pc:docMk/>
            <pc:sldMk cId="2587234070" sldId="313"/>
            <ac:picMk id="15" creationId="{67BA957C-209C-11BB-96F4-A26F6E5E58C9}"/>
          </ac:picMkLst>
        </pc:picChg>
        <pc:inkChg chg="add del mod">
          <ac:chgData name="Hamdy Bakry Mohy Soliman" userId="12520703-dc6c-4920-a97e-cc2ce99e39bf" providerId="ADAL" clId="{1F0D1E83-6066-4E4E-8BD7-B24EADC48609}" dt="2024-11-29T21:19:52.667" v="564" actId="9405"/>
          <ac:inkMkLst>
            <pc:docMk/>
            <pc:sldMk cId="2587234070" sldId="313"/>
            <ac:inkMk id="4" creationId="{D8D136C2-7466-4DED-41FC-B00DEAC3F460}"/>
          </ac:inkMkLst>
        </pc:inkChg>
        <pc:inkChg chg="add del mod">
          <ac:chgData name="Hamdy Bakry Mohy Soliman" userId="12520703-dc6c-4920-a97e-cc2ce99e39bf" providerId="ADAL" clId="{1F0D1E83-6066-4E4E-8BD7-B24EADC48609}" dt="2024-11-29T21:19:52.165" v="563"/>
          <ac:inkMkLst>
            <pc:docMk/>
            <pc:sldMk cId="2587234070" sldId="313"/>
            <ac:inkMk id="5" creationId="{DA5BC592-FFFB-FBD4-E452-B685A6280FBB}"/>
          </ac:inkMkLst>
        </pc:inkChg>
        <pc:inkChg chg="add del mod">
          <ac:chgData name="Hamdy Bakry Mohy Soliman" userId="12520703-dc6c-4920-a97e-cc2ce99e39bf" providerId="ADAL" clId="{1F0D1E83-6066-4E4E-8BD7-B24EADC48609}" dt="2024-11-29T21:19:57.985" v="572" actId="9405"/>
          <ac:inkMkLst>
            <pc:docMk/>
            <pc:sldMk cId="2587234070" sldId="313"/>
            <ac:inkMk id="8" creationId="{3185CAF7-C698-30C9-7441-C0E5420AC0AA}"/>
          </ac:inkMkLst>
        </pc:inkChg>
        <pc:inkChg chg="add del mod">
          <ac:chgData name="Hamdy Bakry Mohy Soliman" userId="12520703-dc6c-4920-a97e-cc2ce99e39bf" providerId="ADAL" clId="{1F0D1E83-6066-4E4E-8BD7-B24EADC48609}" dt="2024-11-29T21:19:57.122" v="571" actId="9405"/>
          <ac:inkMkLst>
            <pc:docMk/>
            <pc:sldMk cId="2587234070" sldId="313"/>
            <ac:inkMk id="9" creationId="{CB5913E1-8B3D-5FAF-BFDD-F1335E8CFD3C}"/>
          </ac:inkMkLst>
        </pc:inkChg>
        <pc:inkChg chg="add del mod">
          <ac:chgData name="Hamdy Bakry Mohy Soliman" userId="12520703-dc6c-4920-a97e-cc2ce99e39bf" providerId="ADAL" clId="{1F0D1E83-6066-4E4E-8BD7-B24EADC48609}" dt="2024-11-29T21:19:56.527" v="570"/>
          <ac:inkMkLst>
            <pc:docMk/>
            <pc:sldMk cId="2587234070" sldId="313"/>
            <ac:inkMk id="10" creationId="{EF3E9203-4FB5-B1C1-3213-D9D2CA5739DB}"/>
          </ac:inkMkLst>
        </pc:inkChg>
      </pc:sldChg>
      <pc:sldChg chg="addSp delSp modSp mod modClrScheme chgLayout">
        <pc:chgData name="Hamdy Bakry Mohy Soliman" userId="12520703-dc6c-4920-a97e-cc2ce99e39bf" providerId="ADAL" clId="{1F0D1E83-6066-4E4E-8BD7-B24EADC48609}" dt="2024-12-01T03:47:40.636" v="2604" actId="207"/>
        <pc:sldMkLst>
          <pc:docMk/>
          <pc:sldMk cId="48126665" sldId="314"/>
        </pc:sldMkLst>
        <pc:spChg chg="mod ord">
          <ac:chgData name="Hamdy Bakry Mohy Soliman" userId="12520703-dc6c-4920-a97e-cc2ce99e39bf" providerId="ADAL" clId="{1F0D1E83-6066-4E4E-8BD7-B24EADC48609}" dt="2024-11-29T21:28:27.456" v="762" actId="20577"/>
          <ac:spMkLst>
            <pc:docMk/>
            <pc:sldMk cId="48126665" sldId="314"/>
            <ac:spMk id="2" creationId="{F54C368C-28C2-34C7-FD71-007EA392E235}"/>
          </ac:spMkLst>
        </pc:spChg>
        <pc:spChg chg="mod ord">
          <ac:chgData name="Hamdy Bakry Mohy Soliman" userId="12520703-dc6c-4920-a97e-cc2ce99e39bf" providerId="ADAL" clId="{1F0D1E83-6066-4E4E-8BD7-B24EADC48609}" dt="2024-12-01T03:47:40.636" v="2604" actId="207"/>
          <ac:spMkLst>
            <pc:docMk/>
            <pc:sldMk cId="48126665" sldId="314"/>
            <ac:spMk id="3" creationId="{EAB0AF21-88CB-52FD-B257-F9435F315675}"/>
          </ac:spMkLst>
        </pc:spChg>
        <pc:spChg chg="add mod topLvl">
          <ac:chgData name="Hamdy Bakry Mohy Soliman" userId="12520703-dc6c-4920-a97e-cc2ce99e39bf" providerId="ADAL" clId="{1F0D1E83-6066-4E4E-8BD7-B24EADC48609}" dt="2024-11-29T22:03:30.997" v="1477" actId="164"/>
          <ac:spMkLst>
            <pc:docMk/>
            <pc:sldMk cId="48126665" sldId="314"/>
            <ac:spMk id="7" creationId="{E6E7AA95-CB72-05DF-5735-FD0C26A7B87D}"/>
          </ac:spMkLst>
        </pc:spChg>
        <pc:spChg chg="add mod">
          <ac:chgData name="Hamdy Bakry Mohy Soliman" userId="12520703-dc6c-4920-a97e-cc2ce99e39bf" providerId="ADAL" clId="{1F0D1E83-6066-4E4E-8BD7-B24EADC48609}" dt="2024-11-29T22:03:30.997" v="1477" actId="164"/>
          <ac:spMkLst>
            <pc:docMk/>
            <pc:sldMk cId="48126665" sldId="314"/>
            <ac:spMk id="9" creationId="{2BFAADC0-9B6C-D61F-836B-4309242253A4}"/>
          </ac:spMkLst>
        </pc:spChg>
        <pc:grpChg chg="add del mod">
          <ac:chgData name="Hamdy Bakry Mohy Soliman" userId="12520703-dc6c-4920-a97e-cc2ce99e39bf" providerId="ADAL" clId="{1F0D1E83-6066-4E4E-8BD7-B24EADC48609}" dt="2024-11-29T22:03:23.030" v="1476" actId="165"/>
          <ac:grpSpMkLst>
            <pc:docMk/>
            <pc:sldMk cId="48126665" sldId="314"/>
            <ac:grpSpMk id="5" creationId="{9E5276D6-2C36-2531-A66C-542ED01C66CA}"/>
          </ac:grpSpMkLst>
        </pc:grpChg>
        <pc:grpChg chg="add mod">
          <ac:chgData name="Hamdy Bakry Mohy Soliman" userId="12520703-dc6c-4920-a97e-cc2ce99e39bf" providerId="ADAL" clId="{1F0D1E83-6066-4E4E-8BD7-B24EADC48609}" dt="2024-11-29T22:03:39.905" v="1478" actId="1076"/>
          <ac:grpSpMkLst>
            <pc:docMk/>
            <pc:sldMk cId="48126665" sldId="314"/>
            <ac:grpSpMk id="10" creationId="{0D8774E3-E6C5-4676-F2D6-BD0233EB5AC2}"/>
          </ac:grpSpMkLst>
        </pc:grpChg>
        <pc:picChg chg="add mod topLvl">
          <ac:chgData name="Hamdy Bakry Mohy Soliman" userId="12520703-dc6c-4920-a97e-cc2ce99e39bf" providerId="ADAL" clId="{1F0D1E83-6066-4E4E-8BD7-B24EADC48609}" dt="2024-11-29T22:03:30.997" v="1477" actId="164"/>
          <ac:picMkLst>
            <pc:docMk/>
            <pc:sldMk cId="48126665" sldId="314"/>
            <ac:picMk id="4" creationId="{57C75C65-7925-02E4-4DBF-0FF9D7E3028C}"/>
          </ac:picMkLst>
        </pc:picChg>
        <pc:picChg chg="mod ord">
          <ac:chgData name="Hamdy Bakry Mohy Soliman" userId="12520703-dc6c-4920-a97e-cc2ce99e39bf" providerId="ADAL" clId="{1F0D1E83-6066-4E4E-8BD7-B24EADC48609}" dt="2024-11-29T21:18:01.289" v="557" actId="1076"/>
          <ac:picMkLst>
            <pc:docMk/>
            <pc:sldMk cId="48126665" sldId="314"/>
            <ac:picMk id="6" creationId="{970E2D27-3B2F-2D6F-F381-3DC8F4CC2E1B}"/>
          </ac:picMkLst>
        </pc:picChg>
      </pc:sldChg>
      <pc:sldChg chg="addSp delSp modSp mod">
        <pc:chgData name="Hamdy Bakry Mohy Soliman" userId="12520703-dc6c-4920-a97e-cc2ce99e39bf" providerId="ADAL" clId="{1F0D1E83-6066-4E4E-8BD7-B24EADC48609}" dt="2024-12-01T03:47:59.888" v="2607" actId="404"/>
        <pc:sldMkLst>
          <pc:docMk/>
          <pc:sldMk cId="3940921010" sldId="315"/>
        </pc:sldMkLst>
        <pc:spChg chg="mod">
          <ac:chgData name="Hamdy Bakry Mohy Soliman" userId="12520703-dc6c-4920-a97e-cc2ce99e39bf" providerId="ADAL" clId="{1F0D1E83-6066-4E4E-8BD7-B24EADC48609}" dt="2024-11-29T22:23:24.506" v="1847" actId="20577"/>
          <ac:spMkLst>
            <pc:docMk/>
            <pc:sldMk cId="3940921010" sldId="315"/>
            <ac:spMk id="2" creationId="{97E977B7-9C12-7ED5-1713-214151A7F1E2}"/>
          </ac:spMkLst>
        </pc:spChg>
        <pc:spChg chg="mod">
          <ac:chgData name="Hamdy Bakry Mohy Soliman" userId="12520703-dc6c-4920-a97e-cc2ce99e39bf" providerId="ADAL" clId="{1F0D1E83-6066-4E4E-8BD7-B24EADC48609}" dt="2024-12-01T03:47:59.888" v="2607" actId="404"/>
          <ac:spMkLst>
            <pc:docMk/>
            <pc:sldMk cId="3940921010" sldId="315"/>
            <ac:spMk id="3" creationId="{95B26912-0CE3-51AA-875A-8ACC927A94D5}"/>
          </ac:spMkLst>
        </pc:spChg>
        <pc:spChg chg="mod">
          <ac:chgData name="Hamdy Bakry Mohy Soliman" userId="12520703-dc6c-4920-a97e-cc2ce99e39bf" providerId="ADAL" clId="{1F0D1E83-6066-4E4E-8BD7-B24EADC48609}" dt="2024-11-29T21:57:09.865" v="1292" actId="20577"/>
          <ac:spMkLst>
            <pc:docMk/>
            <pc:sldMk cId="3940921010" sldId="315"/>
            <ac:spMk id="7" creationId="{A2EB9BC8-A8C9-B62B-4F51-DE1C17C5AEAF}"/>
          </ac:spMkLst>
        </pc:spChg>
        <pc:spChg chg="mod">
          <ac:chgData name="Hamdy Bakry Mohy Soliman" userId="12520703-dc6c-4920-a97e-cc2ce99e39bf" providerId="ADAL" clId="{1F0D1E83-6066-4E4E-8BD7-B24EADC48609}" dt="2024-11-29T22:05:28.248" v="1535" actId="6549"/>
          <ac:spMkLst>
            <pc:docMk/>
            <pc:sldMk cId="3940921010" sldId="315"/>
            <ac:spMk id="10" creationId="{5638684A-C909-2259-359C-CF750D7DEC52}"/>
          </ac:spMkLst>
        </pc:spChg>
        <pc:spChg chg="mod">
          <ac:chgData name="Hamdy Bakry Mohy Soliman" userId="12520703-dc6c-4920-a97e-cc2ce99e39bf" providerId="ADAL" clId="{1F0D1E83-6066-4E4E-8BD7-B24EADC48609}" dt="2024-11-29T22:06:37.730" v="1558" actId="6549"/>
          <ac:spMkLst>
            <pc:docMk/>
            <pc:sldMk cId="3940921010" sldId="315"/>
            <ac:spMk id="11" creationId="{927B50F0-E20D-9C7B-FD44-18A5A40FE832}"/>
          </ac:spMkLst>
        </pc:spChg>
        <pc:grpChg chg="add del mod">
          <ac:chgData name="Hamdy Bakry Mohy Soliman" userId="12520703-dc6c-4920-a97e-cc2ce99e39bf" providerId="ADAL" clId="{1F0D1E83-6066-4E4E-8BD7-B24EADC48609}" dt="2024-11-29T22:05:12.448" v="1508" actId="478"/>
          <ac:grpSpMkLst>
            <pc:docMk/>
            <pc:sldMk cId="3940921010" sldId="315"/>
            <ac:grpSpMk id="4" creationId="{47DAC8BB-AE11-F0D3-9B9E-0A79FD83EF25}"/>
          </ac:grpSpMkLst>
        </pc:grpChg>
        <pc:grpChg chg="add mod">
          <ac:chgData name="Hamdy Bakry Mohy Soliman" userId="12520703-dc6c-4920-a97e-cc2ce99e39bf" providerId="ADAL" clId="{1F0D1E83-6066-4E4E-8BD7-B24EADC48609}" dt="2024-11-29T22:08:12.928" v="1581" actId="1076"/>
          <ac:grpSpMkLst>
            <pc:docMk/>
            <pc:sldMk cId="3940921010" sldId="315"/>
            <ac:grpSpMk id="8" creationId="{34FBD001-918A-DF7C-B708-A3FCC9E9DC66}"/>
          </ac:grpSpMkLst>
        </pc:grpChg>
        <pc:picChg chg="mod">
          <ac:chgData name="Hamdy Bakry Mohy Soliman" userId="12520703-dc6c-4920-a97e-cc2ce99e39bf" providerId="ADAL" clId="{1F0D1E83-6066-4E4E-8BD7-B24EADC48609}" dt="2024-11-29T21:57:04.874" v="1281" actId="14826"/>
          <ac:picMkLst>
            <pc:docMk/>
            <pc:sldMk cId="3940921010" sldId="315"/>
            <ac:picMk id="5" creationId="{02358754-F7C8-F20A-1E5F-61E4E087CF33}"/>
          </ac:picMkLst>
        </pc:picChg>
        <pc:picChg chg="mod">
          <ac:chgData name="Hamdy Bakry Mohy Soliman" userId="12520703-dc6c-4920-a97e-cc2ce99e39bf" providerId="ADAL" clId="{1F0D1E83-6066-4E4E-8BD7-B24EADC48609}" dt="2024-11-29T22:08:26.350" v="1582" actId="1076"/>
          <ac:picMkLst>
            <pc:docMk/>
            <pc:sldMk cId="3940921010" sldId="315"/>
            <ac:picMk id="6" creationId="{AAF159F9-F5EC-4BCE-9BCD-68D8C9974B5E}"/>
          </ac:picMkLst>
        </pc:picChg>
        <pc:picChg chg="mod">
          <ac:chgData name="Hamdy Bakry Mohy Soliman" userId="12520703-dc6c-4920-a97e-cc2ce99e39bf" providerId="ADAL" clId="{1F0D1E83-6066-4E4E-8BD7-B24EADC48609}" dt="2024-11-29T22:06:00.671" v="1540" actId="14826"/>
          <ac:picMkLst>
            <pc:docMk/>
            <pc:sldMk cId="3940921010" sldId="315"/>
            <ac:picMk id="9" creationId="{5DF98A44-2571-E147-CD63-BC63192A0539}"/>
          </ac:picMkLst>
        </pc:picChg>
      </pc:sldChg>
      <pc:sldChg chg="modSp del mod">
        <pc:chgData name="Hamdy Bakry Mohy Soliman" userId="12520703-dc6c-4920-a97e-cc2ce99e39bf" providerId="ADAL" clId="{1F0D1E83-6066-4E4E-8BD7-B24EADC48609}" dt="2024-11-29T21:27:07.387" v="724" actId="47"/>
        <pc:sldMkLst>
          <pc:docMk/>
          <pc:sldMk cId="3860328449" sldId="316"/>
        </pc:sldMkLst>
        <pc:spChg chg="mod">
          <ac:chgData name="Hamdy Bakry Mohy Soliman" userId="12520703-dc6c-4920-a97e-cc2ce99e39bf" providerId="ADAL" clId="{1F0D1E83-6066-4E4E-8BD7-B24EADC48609}" dt="2024-11-29T21:13:22.905" v="502" actId="6549"/>
          <ac:spMkLst>
            <pc:docMk/>
            <pc:sldMk cId="3860328449" sldId="316"/>
            <ac:spMk id="2" creationId="{7F84176D-A13F-3972-B161-C1348D9EC644}"/>
          </ac:spMkLst>
        </pc:spChg>
      </pc:sldChg>
      <pc:sldChg chg="addSp delSp modSp mod ord modClrScheme chgLayout">
        <pc:chgData name="Hamdy Bakry Mohy Soliman" userId="12520703-dc6c-4920-a97e-cc2ce99e39bf" providerId="ADAL" clId="{1F0D1E83-6066-4E4E-8BD7-B24EADC48609}" dt="2024-11-29T22:04:56.768" v="1507" actId="20577"/>
        <pc:sldMkLst>
          <pc:docMk/>
          <pc:sldMk cId="2156133426" sldId="317"/>
        </pc:sldMkLst>
        <pc:spChg chg="mod ord">
          <ac:chgData name="Hamdy Bakry Mohy Soliman" userId="12520703-dc6c-4920-a97e-cc2ce99e39bf" providerId="ADAL" clId="{1F0D1E83-6066-4E4E-8BD7-B24EADC48609}" dt="2024-11-29T21:47:48.211" v="1029" actId="700"/>
          <ac:spMkLst>
            <pc:docMk/>
            <pc:sldMk cId="2156133426" sldId="317"/>
            <ac:spMk id="2" creationId="{36BE529E-90B2-44EC-5425-05B28001A7F2}"/>
          </ac:spMkLst>
        </pc:spChg>
        <pc:spChg chg="add del mod ord">
          <ac:chgData name="Hamdy Bakry Mohy Soliman" userId="12520703-dc6c-4920-a97e-cc2ce99e39bf" providerId="ADAL" clId="{1F0D1E83-6066-4E4E-8BD7-B24EADC48609}" dt="2024-11-29T21:56:04.351" v="1274" actId="120"/>
          <ac:spMkLst>
            <pc:docMk/>
            <pc:sldMk cId="2156133426" sldId="317"/>
            <ac:spMk id="3" creationId="{B3A15036-0438-6ADC-14E7-ECEFEB2668FF}"/>
          </ac:spMkLst>
        </pc:spChg>
        <pc:spChg chg="add mod ord">
          <ac:chgData name="Hamdy Bakry Mohy Soliman" userId="12520703-dc6c-4920-a97e-cc2ce99e39bf" providerId="ADAL" clId="{1F0D1E83-6066-4E4E-8BD7-B24EADC48609}" dt="2024-11-29T21:55:39.306" v="1271" actId="1035"/>
          <ac:spMkLst>
            <pc:docMk/>
            <pc:sldMk cId="2156133426" sldId="317"/>
            <ac:spMk id="4" creationId="{4A2F5402-C10D-9C0B-DC6E-C3B882484369}"/>
          </ac:spMkLst>
        </pc:spChg>
        <pc:spChg chg="add mod ord">
          <ac:chgData name="Hamdy Bakry Mohy Soliman" userId="12520703-dc6c-4920-a97e-cc2ce99e39bf" providerId="ADAL" clId="{1F0D1E83-6066-4E4E-8BD7-B24EADC48609}" dt="2024-11-29T21:55:39.306" v="1271" actId="1035"/>
          <ac:spMkLst>
            <pc:docMk/>
            <pc:sldMk cId="2156133426" sldId="317"/>
            <ac:spMk id="5" creationId="{2BBD6924-B265-032E-029D-F910187F6CFE}"/>
          </ac:spMkLst>
        </pc:spChg>
        <pc:spChg chg="mod ord">
          <ac:chgData name="Hamdy Bakry Mohy Soliman" userId="12520703-dc6c-4920-a97e-cc2ce99e39bf" providerId="ADAL" clId="{1F0D1E83-6066-4E4E-8BD7-B24EADC48609}" dt="2024-11-29T21:56:16.579" v="1279" actId="121"/>
          <ac:spMkLst>
            <pc:docMk/>
            <pc:sldMk cId="2156133426" sldId="317"/>
            <ac:spMk id="10" creationId="{1A61ABB8-6A6F-61F8-3558-D72D2E961B8C}"/>
          </ac:spMkLst>
        </pc:spChg>
        <pc:spChg chg="mod">
          <ac:chgData name="Hamdy Bakry Mohy Soliman" userId="12520703-dc6c-4920-a97e-cc2ce99e39bf" providerId="ADAL" clId="{1F0D1E83-6066-4E4E-8BD7-B24EADC48609}" dt="2024-11-29T21:52:24.539" v="1162" actId="20577"/>
          <ac:spMkLst>
            <pc:docMk/>
            <pc:sldMk cId="2156133426" sldId="317"/>
            <ac:spMk id="12" creationId="{27A517BB-0ABB-3E26-DDDD-28E607F827E5}"/>
          </ac:spMkLst>
        </pc:spChg>
        <pc:spChg chg="mod">
          <ac:chgData name="Hamdy Bakry Mohy Soliman" userId="12520703-dc6c-4920-a97e-cc2ce99e39bf" providerId="ADAL" clId="{1F0D1E83-6066-4E4E-8BD7-B24EADC48609}" dt="2024-11-29T22:04:56.768" v="1507" actId="20577"/>
          <ac:spMkLst>
            <pc:docMk/>
            <pc:sldMk cId="2156133426" sldId="317"/>
            <ac:spMk id="15" creationId="{745547DB-80A9-1AB1-EC5B-B2ED56924293}"/>
          </ac:spMkLst>
        </pc:spChg>
        <pc:spChg chg="mod">
          <ac:chgData name="Hamdy Bakry Mohy Soliman" userId="12520703-dc6c-4920-a97e-cc2ce99e39bf" providerId="ADAL" clId="{1F0D1E83-6066-4E4E-8BD7-B24EADC48609}" dt="2024-11-29T22:04:40.434" v="1497" actId="6549"/>
          <ac:spMkLst>
            <pc:docMk/>
            <pc:sldMk cId="2156133426" sldId="317"/>
            <ac:spMk id="16" creationId="{36B52771-E0CB-91E4-F36F-0EB302A2055C}"/>
          </ac:spMkLst>
        </pc:spChg>
        <pc:grpChg chg="add del mod">
          <ac:chgData name="Hamdy Bakry Mohy Soliman" userId="12520703-dc6c-4920-a97e-cc2ce99e39bf" providerId="ADAL" clId="{1F0D1E83-6066-4E4E-8BD7-B24EADC48609}" dt="2024-11-29T22:03:47.905" v="1479" actId="478"/>
          <ac:grpSpMkLst>
            <pc:docMk/>
            <pc:sldMk cId="2156133426" sldId="317"/>
            <ac:grpSpMk id="7" creationId="{D980231F-E1D8-A2AA-B3F6-37965483E315}"/>
          </ac:grpSpMkLst>
        </pc:grpChg>
        <pc:grpChg chg="add mod">
          <ac:chgData name="Hamdy Bakry Mohy Soliman" userId="12520703-dc6c-4920-a97e-cc2ce99e39bf" providerId="ADAL" clId="{1F0D1E83-6066-4E4E-8BD7-B24EADC48609}" dt="2024-11-29T22:03:54.157" v="1481" actId="1076"/>
          <ac:grpSpMkLst>
            <pc:docMk/>
            <pc:sldMk cId="2156133426" sldId="317"/>
            <ac:grpSpMk id="13" creationId="{D51ECA22-89EE-6311-D2A7-15DB3C0FEEFC}"/>
          </ac:grpSpMkLst>
        </pc:grpChg>
        <pc:picChg chg="add mod">
          <ac:chgData name="Hamdy Bakry Mohy Soliman" userId="12520703-dc6c-4920-a97e-cc2ce99e39bf" providerId="ADAL" clId="{1F0D1E83-6066-4E4E-8BD7-B24EADC48609}" dt="2024-11-29T21:48:53.738" v="1074"/>
          <ac:picMkLst>
            <pc:docMk/>
            <pc:sldMk cId="2156133426" sldId="317"/>
            <ac:picMk id="6" creationId="{6D1FEC0F-CE9E-27DD-8D8A-BFCC452FD73B}"/>
          </ac:picMkLst>
        </pc:picChg>
        <pc:picChg chg="mod">
          <ac:chgData name="Hamdy Bakry Mohy Soliman" userId="12520703-dc6c-4920-a97e-cc2ce99e39bf" providerId="ADAL" clId="{1F0D1E83-6066-4E4E-8BD7-B24EADC48609}" dt="2024-11-29T21:56:15.010" v="1277" actId="1076"/>
          <ac:picMkLst>
            <pc:docMk/>
            <pc:sldMk cId="2156133426" sldId="317"/>
            <ac:picMk id="8" creationId="{5E25AD40-A201-0CA1-9A10-9BB5FC402ECB}"/>
          </ac:picMkLst>
        </pc:picChg>
        <pc:picChg chg="mod">
          <ac:chgData name="Hamdy Bakry Mohy Soliman" userId="12520703-dc6c-4920-a97e-cc2ce99e39bf" providerId="ADAL" clId="{1F0D1E83-6066-4E4E-8BD7-B24EADC48609}" dt="2024-11-29T21:52:41.489" v="1163" actId="14826"/>
          <ac:picMkLst>
            <pc:docMk/>
            <pc:sldMk cId="2156133426" sldId="317"/>
            <ac:picMk id="9" creationId="{91505B78-B4E2-288C-851F-13346D6DD7E0}"/>
          </ac:picMkLst>
        </pc:picChg>
        <pc:picChg chg="add del mod">
          <ac:chgData name="Hamdy Bakry Mohy Soliman" userId="12520703-dc6c-4920-a97e-cc2ce99e39bf" providerId="ADAL" clId="{1F0D1E83-6066-4E4E-8BD7-B24EADC48609}" dt="2024-11-29T21:53:52.445" v="1181" actId="1076"/>
          <ac:picMkLst>
            <pc:docMk/>
            <pc:sldMk cId="2156133426" sldId="317"/>
            <ac:picMk id="11" creationId="{6D1FEC0F-CE9E-27DD-8D8A-BFCC452FD73B}"/>
          </ac:picMkLst>
        </pc:picChg>
        <pc:picChg chg="mod">
          <ac:chgData name="Hamdy Bakry Mohy Soliman" userId="12520703-dc6c-4920-a97e-cc2ce99e39bf" providerId="ADAL" clId="{1F0D1E83-6066-4E4E-8BD7-B24EADC48609}" dt="2024-11-29T22:04:12.475" v="1491" actId="14826"/>
          <ac:picMkLst>
            <pc:docMk/>
            <pc:sldMk cId="2156133426" sldId="317"/>
            <ac:picMk id="14" creationId="{7ABCB3D9-F04C-BC1B-75A6-06424FCC479B}"/>
          </ac:picMkLst>
        </pc:picChg>
      </pc:sldChg>
      <pc:sldChg chg="addSp delSp modSp mod chgLayout">
        <pc:chgData name="Hamdy Bakry Mohy Soliman" userId="12520703-dc6c-4920-a97e-cc2ce99e39bf" providerId="ADAL" clId="{1F0D1E83-6066-4E4E-8BD7-B24EADC48609}" dt="2024-12-01T03:47:44.275" v="2605" actId="108"/>
        <pc:sldMkLst>
          <pc:docMk/>
          <pc:sldMk cId="2021272605" sldId="318"/>
        </pc:sldMkLst>
        <pc:spChg chg="mod ord">
          <ac:chgData name="Hamdy Bakry Mohy Soliman" userId="12520703-dc6c-4920-a97e-cc2ce99e39bf" providerId="ADAL" clId="{1F0D1E83-6066-4E4E-8BD7-B24EADC48609}" dt="2024-11-29T22:13:31.558" v="1733" actId="20577"/>
          <ac:spMkLst>
            <pc:docMk/>
            <pc:sldMk cId="2021272605" sldId="318"/>
            <ac:spMk id="2" creationId="{EAFE7888-112C-7EEC-44B2-A22092FAE528}"/>
          </ac:spMkLst>
        </pc:spChg>
        <pc:spChg chg="mod ord">
          <ac:chgData name="Hamdy Bakry Mohy Soliman" userId="12520703-dc6c-4920-a97e-cc2ce99e39bf" providerId="ADAL" clId="{1F0D1E83-6066-4E4E-8BD7-B24EADC48609}" dt="2024-12-01T03:47:44.275" v="2605" actId="108"/>
          <ac:spMkLst>
            <pc:docMk/>
            <pc:sldMk cId="2021272605" sldId="318"/>
            <ac:spMk id="3" creationId="{D05186E9-E9CF-DFFF-8D2D-95964DAB6493}"/>
          </ac:spMkLst>
        </pc:spChg>
        <pc:spChg chg="add del mod">
          <ac:chgData name="Hamdy Bakry Mohy Soliman" userId="12520703-dc6c-4920-a97e-cc2ce99e39bf" providerId="ADAL" clId="{1F0D1E83-6066-4E4E-8BD7-B24EADC48609}" dt="2024-11-29T21:42:55.678" v="918" actId="6264"/>
          <ac:spMkLst>
            <pc:docMk/>
            <pc:sldMk cId="2021272605" sldId="318"/>
            <ac:spMk id="4" creationId="{F28575B0-33E9-27F6-6E15-E5A327A8A601}"/>
          </ac:spMkLst>
        </pc:spChg>
        <pc:spChg chg="add del mod">
          <ac:chgData name="Hamdy Bakry Mohy Soliman" userId="12520703-dc6c-4920-a97e-cc2ce99e39bf" providerId="ADAL" clId="{1F0D1E83-6066-4E4E-8BD7-B24EADC48609}" dt="2024-11-29T21:42:55.678" v="918" actId="6264"/>
          <ac:spMkLst>
            <pc:docMk/>
            <pc:sldMk cId="2021272605" sldId="318"/>
            <ac:spMk id="5" creationId="{5C08D2AB-38F0-DB88-2544-D415EA9F1753}"/>
          </ac:spMkLst>
        </pc:spChg>
        <pc:spChg chg="add del mod">
          <ac:chgData name="Hamdy Bakry Mohy Soliman" userId="12520703-dc6c-4920-a97e-cc2ce99e39bf" providerId="ADAL" clId="{1F0D1E83-6066-4E4E-8BD7-B24EADC48609}" dt="2024-11-29T21:43:11.081" v="921" actId="6264"/>
          <ac:spMkLst>
            <pc:docMk/>
            <pc:sldMk cId="2021272605" sldId="318"/>
            <ac:spMk id="6" creationId="{A3EA9242-F26C-F9F6-8B18-230D876B72B0}"/>
          </ac:spMkLst>
        </pc:spChg>
        <pc:spChg chg="add del mod">
          <ac:chgData name="Hamdy Bakry Mohy Soliman" userId="12520703-dc6c-4920-a97e-cc2ce99e39bf" providerId="ADAL" clId="{1F0D1E83-6066-4E4E-8BD7-B24EADC48609}" dt="2024-11-29T21:43:11.081" v="921" actId="6264"/>
          <ac:spMkLst>
            <pc:docMk/>
            <pc:sldMk cId="2021272605" sldId="318"/>
            <ac:spMk id="7" creationId="{2B6DC085-3CB5-435A-B726-55DEA22DEAFA}"/>
          </ac:spMkLst>
        </pc:spChg>
        <pc:spChg chg="mod">
          <ac:chgData name="Hamdy Bakry Mohy Soliman" userId="12520703-dc6c-4920-a97e-cc2ce99e39bf" providerId="ADAL" clId="{1F0D1E83-6066-4E4E-8BD7-B24EADC48609}" dt="2024-11-29T21:45:02.986" v="966" actId="20577"/>
          <ac:spMkLst>
            <pc:docMk/>
            <pc:sldMk cId="2021272605" sldId="318"/>
            <ac:spMk id="10" creationId="{6C8BCD0F-62D6-88DC-A342-95512C9C332C}"/>
          </ac:spMkLst>
        </pc:spChg>
        <pc:spChg chg="mod">
          <ac:chgData name="Hamdy Bakry Mohy Soliman" userId="12520703-dc6c-4920-a97e-cc2ce99e39bf" providerId="ADAL" clId="{1F0D1E83-6066-4E4E-8BD7-B24EADC48609}" dt="2024-11-29T22:08:50.603" v="1596" actId="20577"/>
          <ac:spMkLst>
            <pc:docMk/>
            <pc:sldMk cId="2021272605" sldId="318"/>
            <ac:spMk id="15" creationId="{2552A3B4-39E9-CA90-8DAA-422EDC11CBE2}"/>
          </ac:spMkLst>
        </pc:spChg>
        <pc:spChg chg="mod">
          <ac:chgData name="Hamdy Bakry Mohy Soliman" userId="12520703-dc6c-4920-a97e-cc2ce99e39bf" providerId="ADAL" clId="{1F0D1E83-6066-4E4E-8BD7-B24EADC48609}" dt="2024-11-29T22:10:56.791" v="1717" actId="1035"/>
          <ac:spMkLst>
            <pc:docMk/>
            <pc:sldMk cId="2021272605" sldId="318"/>
            <ac:spMk id="16" creationId="{7552AAEE-E88B-297B-8224-EECDEFE9466B}"/>
          </ac:spMkLst>
        </pc:spChg>
        <pc:grpChg chg="add del mod">
          <ac:chgData name="Hamdy Bakry Mohy Soliman" userId="12520703-dc6c-4920-a97e-cc2ce99e39bf" providerId="ADAL" clId="{1F0D1E83-6066-4E4E-8BD7-B24EADC48609}" dt="2024-11-29T22:08:38.015" v="1583" actId="478"/>
          <ac:grpSpMkLst>
            <pc:docMk/>
            <pc:sldMk cId="2021272605" sldId="318"/>
            <ac:grpSpMk id="8" creationId="{91C2945B-8456-B51E-53B6-9B8D90565D21}"/>
          </ac:grpSpMkLst>
        </pc:grpChg>
        <pc:grpChg chg="add mod">
          <ac:chgData name="Hamdy Bakry Mohy Soliman" userId="12520703-dc6c-4920-a97e-cc2ce99e39bf" providerId="ADAL" clId="{1F0D1E83-6066-4E4E-8BD7-B24EADC48609}" dt="2024-11-29T22:08:46.644" v="1590" actId="1035"/>
          <ac:grpSpMkLst>
            <pc:docMk/>
            <pc:sldMk cId="2021272605" sldId="318"/>
            <ac:grpSpMk id="13" creationId="{CC9C3DFA-6C3A-BB65-93A3-A0DE42944493}"/>
          </ac:grpSpMkLst>
        </pc:grpChg>
        <pc:picChg chg="mod">
          <ac:chgData name="Hamdy Bakry Mohy Soliman" userId="12520703-dc6c-4920-a97e-cc2ce99e39bf" providerId="ADAL" clId="{1F0D1E83-6066-4E4E-8BD7-B24EADC48609}" dt="2024-11-29T21:45:07.239" v="967" actId="14826"/>
          <ac:picMkLst>
            <pc:docMk/>
            <pc:sldMk cId="2021272605" sldId="318"/>
            <ac:picMk id="9" creationId="{2DEADD6E-7714-8816-55C4-2209F8A4D068}"/>
          </ac:picMkLst>
        </pc:picChg>
        <pc:picChg chg="add mod">
          <ac:chgData name="Hamdy Bakry Mohy Soliman" userId="12520703-dc6c-4920-a97e-cc2ce99e39bf" providerId="ADAL" clId="{1F0D1E83-6066-4E4E-8BD7-B24EADC48609}" dt="2024-11-29T21:43:29.670" v="940" actId="1076"/>
          <ac:picMkLst>
            <pc:docMk/>
            <pc:sldMk cId="2021272605" sldId="318"/>
            <ac:picMk id="11" creationId="{23604053-525D-F0A3-CE7E-23EB2F3CD525}"/>
          </ac:picMkLst>
        </pc:picChg>
        <pc:picChg chg="add mod">
          <ac:chgData name="Hamdy Bakry Mohy Soliman" userId="12520703-dc6c-4920-a97e-cc2ce99e39bf" providerId="ADAL" clId="{1F0D1E83-6066-4E4E-8BD7-B24EADC48609}" dt="2024-11-29T21:46:23.735" v="979" actId="1076"/>
          <ac:picMkLst>
            <pc:docMk/>
            <pc:sldMk cId="2021272605" sldId="318"/>
            <ac:picMk id="12" creationId="{F312BD1C-CB86-7080-97A7-EF4D1F566385}"/>
          </ac:picMkLst>
        </pc:picChg>
        <pc:picChg chg="mod">
          <ac:chgData name="Hamdy Bakry Mohy Soliman" userId="12520703-dc6c-4920-a97e-cc2ce99e39bf" providerId="ADAL" clId="{1F0D1E83-6066-4E4E-8BD7-B24EADC48609}" dt="2024-11-29T22:09:02.823" v="1597" actId="14826"/>
          <ac:picMkLst>
            <pc:docMk/>
            <pc:sldMk cId="2021272605" sldId="318"/>
            <ac:picMk id="14" creationId="{DB2C7A08-F7C2-AC2F-BD6E-579898756003}"/>
          </ac:picMkLst>
        </pc:picChg>
      </pc:sldChg>
      <pc:sldChg chg="modSp del mod ord">
        <pc:chgData name="Hamdy Bakry Mohy Soliman" userId="12520703-dc6c-4920-a97e-cc2ce99e39bf" providerId="ADAL" clId="{1F0D1E83-6066-4E4E-8BD7-B24EADC48609}" dt="2024-11-29T21:47:06.728" v="981" actId="47"/>
        <pc:sldMkLst>
          <pc:docMk/>
          <pc:sldMk cId="697520149" sldId="320"/>
        </pc:sldMkLst>
        <pc:spChg chg="mod">
          <ac:chgData name="Hamdy Bakry Mohy Soliman" userId="12520703-dc6c-4920-a97e-cc2ce99e39bf" providerId="ADAL" clId="{1F0D1E83-6066-4E4E-8BD7-B24EADC48609}" dt="2024-11-29T21:28:24.645" v="761"/>
          <ac:spMkLst>
            <pc:docMk/>
            <pc:sldMk cId="697520149" sldId="320"/>
            <ac:spMk id="2" creationId="{36BE529E-90B2-44EC-5425-05B28001A7F2}"/>
          </ac:spMkLst>
        </pc:spChg>
        <pc:spChg chg="mod">
          <ac:chgData name="Hamdy Bakry Mohy Soliman" userId="12520703-dc6c-4920-a97e-cc2ce99e39bf" providerId="ADAL" clId="{1F0D1E83-6066-4E4E-8BD7-B24EADC48609}" dt="2024-11-29T21:28:02.248" v="757" actId="6549"/>
          <ac:spMkLst>
            <pc:docMk/>
            <pc:sldMk cId="697520149" sldId="320"/>
            <ac:spMk id="3" creationId="{B3A15036-0438-6ADC-14E7-ECEFEB2668FF}"/>
          </ac:spMkLst>
        </pc:spChg>
      </pc:sldChg>
      <pc:sldChg chg="modSp del mod">
        <pc:chgData name="Hamdy Bakry Mohy Soliman" userId="12520703-dc6c-4920-a97e-cc2ce99e39bf" providerId="ADAL" clId="{1F0D1E83-6066-4E4E-8BD7-B24EADC48609}" dt="2024-11-29T22:00:23.774" v="1348" actId="47"/>
        <pc:sldMkLst>
          <pc:docMk/>
          <pc:sldMk cId="2828363012" sldId="321"/>
        </pc:sldMkLst>
        <pc:spChg chg="mod">
          <ac:chgData name="Hamdy Bakry Mohy Soliman" userId="12520703-dc6c-4920-a97e-cc2ce99e39bf" providerId="ADAL" clId="{1F0D1E83-6066-4E4E-8BD7-B24EADC48609}" dt="2024-11-29T21:29:20.319" v="812" actId="6549"/>
          <ac:spMkLst>
            <pc:docMk/>
            <pc:sldMk cId="2828363012" sldId="321"/>
            <ac:spMk id="2" creationId="{C3AAA4A8-F4F5-2EB3-7436-AA5D2BC93932}"/>
          </ac:spMkLst>
        </pc:spChg>
      </pc:sldChg>
      <pc:sldChg chg="addSp delSp modSp mod">
        <pc:chgData name="Hamdy Bakry Mohy Soliman" userId="12520703-dc6c-4920-a97e-cc2ce99e39bf" providerId="ADAL" clId="{1F0D1E83-6066-4E4E-8BD7-B24EADC48609}" dt="2024-11-29T22:42:46.708" v="2182" actId="478"/>
        <pc:sldMkLst>
          <pc:docMk/>
          <pc:sldMk cId="3895121039" sldId="322"/>
        </pc:sldMkLst>
        <pc:spChg chg="mod">
          <ac:chgData name="Hamdy Bakry Mohy Soliman" userId="12520703-dc6c-4920-a97e-cc2ce99e39bf" providerId="ADAL" clId="{1F0D1E83-6066-4E4E-8BD7-B24EADC48609}" dt="2024-11-29T22:13:57.936" v="1734"/>
          <ac:spMkLst>
            <pc:docMk/>
            <pc:sldMk cId="3895121039" sldId="322"/>
            <ac:spMk id="5" creationId="{E8D8A81C-21EB-2121-5571-8E5B723E7D49}"/>
          </ac:spMkLst>
        </pc:spChg>
        <pc:spChg chg="mod">
          <ac:chgData name="Hamdy Bakry Mohy Soliman" userId="12520703-dc6c-4920-a97e-cc2ce99e39bf" providerId="ADAL" clId="{1F0D1E83-6066-4E4E-8BD7-B24EADC48609}" dt="2024-11-29T21:29:57.292" v="816" actId="14100"/>
          <ac:spMkLst>
            <pc:docMk/>
            <pc:sldMk cId="3895121039" sldId="322"/>
            <ac:spMk id="13" creationId="{63DD773E-5A3C-8736-095A-71DDAE6D5DC0}"/>
          </ac:spMkLst>
        </pc:spChg>
        <pc:picChg chg="add del mod">
          <ac:chgData name="Hamdy Bakry Mohy Soliman" userId="12520703-dc6c-4920-a97e-cc2ce99e39bf" providerId="ADAL" clId="{1F0D1E83-6066-4E4E-8BD7-B24EADC48609}" dt="2024-11-29T22:16:35.594" v="1745" actId="21"/>
          <ac:picMkLst>
            <pc:docMk/>
            <pc:sldMk cId="3895121039" sldId="322"/>
            <ac:picMk id="2" creationId="{311F4055-3112-F58A-C148-9215DDFB6ECA}"/>
          </ac:picMkLst>
        </pc:picChg>
        <pc:picChg chg="add del mod">
          <ac:chgData name="Hamdy Bakry Mohy Soliman" userId="12520703-dc6c-4920-a97e-cc2ce99e39bf" providerId="ADAL" clId="{1F0D1E83-6066-4E4E-8BD7-B24EADC48609}" dt="2024-11-29T22:42:46.708" v="2182" actId="478"/>
          <ac:picMkLst>
            <pc:docMk/>
            <pc:sldMk cId="3895121039" sldId="322"/>
            <ac:picMk id="7" creationId="{B611B11A-4EE5-8031-5990-E74245C10CBC}"/>
          </ac:picMkLst>
        </pc:picChg>
      </pc:sldChg>
      <pc:sldChg chg="modSp mod">
        <pc:chgData name="Hamdy Bakry Mohy Soliman" userId="12520703-dc6c-4920-a97e-cc2ce99e39bf" providerId="ADAL" clId="{1F0D1E83-6066-4E4E-8BD7-B24EADC48609}" dt="2024-12-01T04:41:09.153" v="2681" actId="20577"/>
        <pc:sldMkLst>
          <pc:docMk/>
          <pc:sldMk cId="3612553477" sldId="327"/>
        </pc:sldMkLst>
        <pc:spChg chg="mod">
          <ac:chgData name="Hamdy Bakry Mohy Soliman" userId="12520703-dc6c-4920-a97e-cc2ce99e39bf" providerId="ADAL" clId="{1F0D1E83-6066-4E4E-8BD7-B24EADC48609}" dt="2024-12-01T04:41:09.153" v="2681" actId="20577"/>
          <ac:spMkLst>
            <pc:docMk/>
            <pc:sldMk cId="3612553477" sldId="327"/>
            <ac:spMk id="3" creationId="{A96EBBFB-75E3-FD43-30DB-FE30FE8BA3AB}"/>
          </ac:spMkLst>
        </pc:spChg>
        <pc:picChg chg="mod">
          <ac:chgData name="Hamdy Bakry Mohy Soliman" userId="12520703-dc6c-4920-a97e-cc2ce99e39bf" providerId="ADAL" clId="{1F0D1E83-6066-4E4E-8BD7-B24EADC48609}" dt="2024-12-01T03:48:29.402" v="2623" actId="1038"/>
          <ac:picMkLst>
            <pc:docMk/>
            <pc:sldMk cId="3612553477" sldId="327"/>
            <ac:picMk id="10" creationId="{87DC782E-87B3-BCCA-895F-86A7CF4E15B3}"/>
          </ac:picMkLst>
        </pc:picChg>
      </pc:sldChg>
      <pc:sldChg chg="add del">
        <pc:chgData name="Hamdy Bakry Mohy Soliman" userId="12520703-dc6c-4920-a97e-cc2ce99e39bf" providerId="ADAL" clId="{1F0D1E83-6066-4E4E-8BD7-B24EADC48609}" dt="2024-11-29T22:55:55.232" v="2408" actId="47"/>
        <pc:sldMkLst>
          <pc:docMk/>
          <pc:sldMk cId="3576893136" sldId="329"/>
        </pc:sldMkLst>
      </pc:sldChg>
      <pc:sldChg chg="add del">
        <pc:chgData name="Hamdy Bakry Mohy Soliman" userId="12520703-dc6c-4920-a97e-cc2ce99e39bf" providerId="ADAL" clId="{1F0D1E83-6066-4E4E-8BD7-B24EADC48609}" dt="2024-11-29T21:40:14.284" v="828" actId="47"/>
        <pc:sldMkLst>
          <pc:docMk/>
          <pc:sldMk cId="4157869702" sldId="375"/>
        </pc:sldMkLst>
      </pc:sldChg>
      <pc:sldChg chg="addSp delSp modSp new del mod modClrScheme chgLayout">
        <pc:chgData name="Hamdy Bakry Mohy Soliman" userId="12520703-dc6c-4920-a97e-cc2ce99e39bf" providerId="ADAL" clId="{1F0D1E83-6066-4E4E-8BD7-B24EADC48609}" dt="2024-11-29T21:42:25.213" v="912" actId="47"/>
        <pc:sldMkLst>
          <pc:docMk/>
          <pc:sldMk cId="1267619277" sldId="376"/>
        </pc:sldMkLst>
        <pc:spChg chg="del mod ord">
          <ac:chgData name="Hamdy Bakry Mohy Soliman" userId="12520703-dc6c-4920-a97e-cc2ce99e39bf" providerId="ADAL" clId="{1F0D1E83-6066-4E4E-8BD7-B24EADC48609}" dt="2024-11-29T21:35:12.430" v="819" actId="700"/>
          <ac:spMkLst>
            <pc:docMk/>
            <pc:sldMk cId="1267619277" sldId="376"/>
            <ac:spMk id="2" creationId="{F882A405-F3F5-7737-4468-9F7CBF9C46A9}"/>
          </ac:spMkLst>
        </pc:spChg>
        <pc:spChg chg="del">
          <ac:chgData name="Hamdy Bakry Mohy Soliman" userId="12520703-dc6c-4920-a97e-cc2ce99e39bf" providerId="ADAL" clId="{1F0D1E83-6066-4E4E-8BD7-B24EADC48609}" dt="2024-11-29T21:35:12.430" v="819" actId="700"/>
          <ac:spMkLst>
            <pc:docMk/>
            <pc:sldMk cId="1267619277" sldId="376"/>
            <ac:spMk id="3" creationId="{E44509BF-0FA8-6153-50B3-806B768CC122}"/>
          </ac:spMkLst>
        </pc:spChg>
        <pc:spChg chg="del mod ord">
          <ac:chgData name="Hamdy Bakry Mohy Soliman" userId="12520703-dc6c-4920-a97e-cc2ce99e39bf" providerId="ADAL" clId="{1F0D1E83-6066-4E4E-8BD7-B24EADC48609}" dt="2024-11-29T21:35:12.430" v="819" actId="700"/>
          <ac:spMkLst>
            <pc:docMk/>
            <pc:sldMk cId="1267619277" sldId="376"/>
            <ac:spMk id="4" creationId="{A793E1D0-2142-CBBF-D14C-2777965FB892}"/>
          </ac:spMkLst>
        </pc:spChg>
        <pc:spChg chg="del">
          <ac:chgData name="Hamdy Bakry Mohy Soliman" userId="12520703-dc6c-4920-a97e-cc2ce99e39bf" providerId="ADAL" clId="{1F0D1E83-6066-4E4E-8BD7-B24EADC48609}" dt="2024-11-29T21:35:12.430" v="819" actId="700"/>
          <ac:spMkLst>
            <pc:docMk/>
            <pc:sldMk cId="1267619277" sldId="376"/>
            <ac:spMk id="5" creationId="{41B458ED-D585-6FFD-54DA-A252A58EC042}"/>
          </ac:spMkLst>
        </pc:spChg>
        <pc:spChg chg="del">
          <ac:chgData name="Hamdy Bakry Mohy Soliman" userId="12520703-dc6c-4920-a97e-cc2ce99e39bf" providerId="ADAL" clId="{1F0D1E83-6066-4E4E-8BD7-B24EADC48609}" dt="2024-11-29T21:35:12.430" v="819" actId="700"/>
          <ac:spMkLst>
            <pc:docMk/>
            <pc:sldMk cId="1267619277" sldId="376"/>
            <ac:spMk id="6" creationId="{24B3FE54-565F-D0B7-5561-60341FFBBBB7}"/>
          </ac:spMkLst>
        </pc:spChg>
        <pc:spChg chg="add mod ord">
          <ac:chgData name="Hamdy Bakry Mohy Soliman" userId="12520703-dc6c-4920-a97e-cc2ce99e39bf" providerId="ADAL" clId="{1F0D1E83-6066-4E4E-8BD7-B24EADC48609}" dt="2024-11-29T21:35:12.430" v="819" actId="700"/>
          <ac:spMkLst>
            <pc:docMk/>
            <pc:sldMk cId="1267619277" sldId="376"/>
            <ac:spMk id="7" creationId="{93422F1D-F918-1A72-6523-FFD0860D803A}"/>
          </ac:spMkLst>
        </pc:spChg>
        <pc:spChg chg="add mod ord">
          <ac:chgData name="Hamdy Bakry Mohy Soliman" userId="12520703-dc6c-4920-a97e-cc2ce99e39bf" providerId="ADAL" clId="{1F0D1E83-6066-4E4E-8BD7-B24EADC48609}" dt="2024-11-29T21:35:12.430" v="819" actId="700"/>
          <ac:spMkLst>
            <pc:docMk/>
            <pc:sldMk cId="1267619277" sldId="376"/>
            <ac:spMk id="8" creationId="{0234EA6F-500A-251B-2F4B-225F8801D68D}"/>
          </ac:spMkLst>
        </pc:spChg>
        <pc:picChg chg="add mod">
          <ac:chgData name="Hamdy Bakry Mohy Soliman" userId="12520703-dc6c-4920-a97e-cc2ce99e39bf" providerId="ADAL" clId="{1F0D1E83-6066-4E4E-8BD7-B24EADC48609}" dt="2024-11-29T21:35:22.432" v="821" actId="1076"/>
          <ac:picMkLst>
            <pc:docMk/>
            <pc:sldMk cId="1267619277" sldId="376"/>
            <ac:picMk id="10" creationId="{4571CBF1-2AB9-5603-14CD-887876C802C5}"/>
          </ac:picMkLst>
        </pc:picChg>
        <pc:picChg chg="add del mod">
          <ac:chgData name="Hamdy Bakry Mohy Soliman" userId="12520703-dc6c-4920-a97e-cc2ce99e39bf" providerId="ADAL" clId="{1F0D1E83-6066-4E4E-8BD7-B24EADC48609}" dt="2024-11-29T21:41:44.459" v="889" actId="21"/>
          <ac:picMkLst>
            <pc:docMk/>
            <pc:sldMk cId="1267619277" sldId="376"/>
            <ac:picMk id="11" creationId="{23604053-525D-F0A3-CE7E-23EB2F3CD525}"/>
          </ac:picMkLst>
        </pc:picChg>
        <pc:picChg chg="add del mod">
          <ac:chgData name="Hamdy Bakry Mohy Soliman" userId="12520703-dc6c-4920-a97e-cc2ce99e39bf" providerId="ADAL" clId="{1F0D1E83-6066-4E4E-8BD7-B24EADC48609}" dt="2024-11-29T21:42:23.078" v="911" actId="21"/>
          <ac:picMkLst>
            <pc:docMk/>
            <pc:sldMk cId="1267619277" sldId="376"/>
            <ac:picMk id="12" creationId="{F312BD1C-CB86-7080-97A7-EF4D1F566385}"/>
          </ac:picMkLst>
        </pc:picChg>
      </pc:sldChg>
    </pc:docChg>
  </pc:docChgLst>
  <pc:docChgLst>
    <pc:chgData name="Hamdy Bakry" userId="ee865345f39d1fa7" providerId="LiveId" clId="{78E5B9CA-A139-494E-91D0-9A910D91C2A3}"/>
    <pc:docChg chg="modSld">
      <pc:chgData name="Hamdy Bakry" userId="ee865345f39d1fa7" providerId="LiveId" clId="{78E5B9CA-A139-494E-91D0-9A910D91C2A3}" dt="2025-06-13T20:19:40.011" v="65" actId="115"/>
      <pc:docMkLst>
        <pc:docMk/>
      </pc:docMkLst>
      <pc:sldChg chg="addSp modSp mod modAnim">
        <pc:chgData name="Hamdy Bakry" userId="ee865345f39d1fa7" providerId="LiveId" clId="{78E5B9CA-A139-494E-91D0-9A910D91C2A3}" dt="2025-06-13T20:11:13.129" v="14"/>
        <pc:sldMkLst>
          <pc:docMk/>
          <pc:sldMk cId="2939090841" sldId="279"/>
        </pc:sldMkLst>
        <pc:spChg chg="add mod">
          <ac:chgData name="Hamdy Bakry" userId="ee865345f39d1fa7" providerId="LiveId" clId="{78E5B9CA-A139-494E-91D0-9A910D91C2A3}" dt="2025-06-13T20:10:28.973" v="2" actId="1582"/>
          <ac:spMkLst>
            <pc:docMk/>
            <pc:sldMk cId="2939090841" sldId="279"/>
            <ac:spMk id="2" creationId="{AD8771C6-C56B-8C3B-4312-18BA7F2665B5}"/>
          </ac:spMkLst>
        </pc:spChg>
      </pc:sldChg>
      <pc:sldChg chg="modSp mod">
        <pc:chgData name="Hamdy Bakry" userId="ee865345f39d1fa7" providerId="LiveId" clId="{78E5B9CA-A139-494E-91D0-9A910D91C2A3}" dt="2025-06-13T20:18:09.168" v="63" actId="113"/>
        <pc:sldMkLst>
          <pc:docMk/>
          <pc:sldMk cId="2547130005" sldId="280"/>
        </pc:sldMkLst>
        <pc:spChg chg="mod">
          <ac:chgData name="Hamdy Bakry" userId="ee865345f39d1fa7" providerId="LiveId" clId="{78E5B9CA-A139-494E-91D0-9A910D91C2A3}" dt="2025-06-13T20:18:09.168" v="63" actId="113"/>
          <ac:spMkLst>
            <pc:docMk/>
            <pc:sldMk cId="2547130005" sldId="280"/>
            <ac:spMk id="5" creationId="{AE3DB04F-BCAF-ACE3-4ED4-7134B4042EE0}"/>
          </ac:spMkLst>
        </pc:spChg>
      </pc:sldChg>
      <pc:sldChg chg="modSp mod">
        <pc:chgData name="Hamdy Bakry" userId="ee865345f39d1fa7" providerId="LiveId" clId="{78E5B9CA-A139-494E-91D0-9A910D91C2A3}" dt="2025-06-13T20:12:46.657" v="29" actId="20577"/>
        <pc:sldMkLst>
          <pc:docMk/>
          <pc:sldMk cId="208217347" sldId="305"/>
        </pc:sldMkLst>
        <pc:spChg chg="mod">
          <ac:chgData name="Hamdy Bakry" userId="ee865345f39d1fa7" providerId="LiveId" clId="{78E5B9CA-A139-494E-91D0-9A910D91C2A3}" dt="2025-06-13T20:12:46.657" v="29" actId="20577"/>
          <ac:spMkLst>
            <pc:docMk/>
            <pc:sldMk cId="208217347" sldId="305"/>
            <ac:spMk id="4" creationId="{3037F8D8-BBAF-2995-4778-822418AFA329}"/>
          </ac:spMkLst>
        </pc:spChg>
      </pc:sldChg>
      <pc:sldChg chg="modSp mod">
        <pc:chgData name="Hamdy Bakry" userId="ee865345f39d1fa7" providerId="LiveId" clId="{78E5B9CA-A139-494E-91D0-9A910D91C2A3}" dt="2025-06-13T20:13:15.597" v="34" actId="20577"/>
        <pc:sldMkLst>
          <pc:docMk/>
          <pc:sldMk cId="3108732341" sldId="311"/>
        </pc:sldMkLst>
        <pc:spChg chg="mod">
          <ac:chgData name="Hamdy Bakry" userId="ee865345f39d1fa7" providerId="LiveId" clId="{78E5B9CA-A139-494E-91D0-9A910D91C2A3}" dt="2025-06-13T20:13:15.597" v="34" actId="20577"/>
          <ac:spMkLst>
            <pc:docMk/>
            <pc:sldMk cId="3108732341" sldId="311"/>
            <ac:spMk id="3" creationId="{479B56B6-4B8C-807B-062D-E41460F61FEB}"/>
          </ac:spMkLst>
        </pc:spChg>
      </pc:sldChg>
      <pc:sldChg chg="modSp mod">
        <pc:chgData name="Hamdy Bakry" userId="ee865345f39d1fa7" providerId="LiveId" clId="{78E5B9CA-A139-494E-91D0-9A910D91C2A3}" dt="2025-06-13T20:16:54.404" v="62" actId="20577"/>
        <pc:sldMkLst>
          <pc:docMk/>
          <pc:sldMk cId="2156133426" sldId="317"/>
        </pc:sldMkLst>
        <pc:spChg chg="mod">
          <ac:chgData name="Hamdy Bakry" userId="ee865345f39d1fa7" providerId="LiveId" clId="{78E5B9CA-A139-494E-91D0-9A910D91C2A3}" dt="2025-06-13T20:16:40.407" v="60" actId="14100"/>
          <ac:spMkLst>
            <pc:docMk/>
            <pc:sldMk cId="2156133426" sldId="317"/>
            <ac:spMk id="3" creationId="{B3A15036-0438-6ADC-14E7-ECEFEB2668FF}"/>
          </ac:spMkLst>
        </pc:spChg>
        <pc:spChg chg="mod">
          <ac:chgData name="Hamdy Bakry" userId="ee865345f39d1fa7" providerId="LiveId" clId="{78E5B9CA-A139-494E-91D0-9A910D91C2A3}" dt="2025-06-13T20:14:48.912" v="35" actId="14100"/>
          <ac:spMkLst>
            <pc:docMk/>
            <pc:sldMk cId="2156133426" sldId="317"/>
            <ac:spMk id="4" creationId="{4A2F5402-C10D-9C0B-DC6E-C3B882484369}"/>
          </ac:spMkLst>
        </pc:spChg>
        <pc:spChg chg="mod">
          <ac:chgData name="Hamdy Bakry" userId="ee865345f39d1fa7" providerId="LiveId" clId="{78E5B9CA-A139-494E-91D0-9A910D91C2A3}" dt="2025-06-13T20:15:24.249" v="55" actId="1076"/>
          <ac:spMkLst>
            <pc:docMk/>
            <pc:sldMk cId="2156133426" sldId="317"/>
            <ac:spMk id="5" creationId="{2BBD6924-B265-032E-029D-F910187F6CFE}"/>
          </ac:spMkLst>
        </pc:spChg>
        <pc:spChg chg="mod">
          <ac:chgData name="Hamdy Bakry" userId="ee865345f39d1fa7" providerId="LiveId" clId="{78E5B9CA-A139-494E-91D0-9A910D91C2A3}" dt="2025-06-13T20:16:54.404" v="62" actId="20577"/>
          <ac:spMkLst>
            <pc:docMk/>
            <pc:sldMk cId="2156133426" sldId="317"/>
            <ac:spMk id="10" creationId="{1A61ABB8-6A6F-61F8-3558-D72D2E961B8C}"/>
          </ac:spMkLst>
        </pc:spChg>
      </pc:sldChg>
      <pc:sldChg chg="modSp">
        <pc:chgData name="Hamdy Bakry" userId="ee865345f39d1fa7" providerId="LiveId" clId="{78E5B9CA-A139-494E-91D0-9A910D91C2A3}" dt="2025-06-13T20:19:40.011" v="65" actId="115"/>
        <pc:sldMkLst>
          <pc:docMk/>
          <pc:sldMk cId="4141182028" sldId="328"/>
        </pc:sldMkLst>
        <pc:graphicFrameChg chg="mod">
          <ac:chgData name="Hamdy Bakry" userId="ee865345f39d1fa7" providerId="LiveId" clId="{78E5B9CA-A139-494E-91D0-9A910D91C2A3}" dt="2025-06-13T20:19:40.011" v="65" actId="115"/>
          <ac:graphicFrameMkLst>
            <pc:docMk/>
            <pc:sldMk cId="4141182028" sldId="328"/>
            <ac:graphicFrameMk id="4" creationId="{E86B044D-0234-8740-56D5-69F02D6079C8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56DF77-9F95-40F0-BCAE-F4F6E23F19D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DA798C-38BF-4F3D-861E-A764C0DA425D}">
      <dgm:prSet/>
      <dgm:spPr/>
      <dgm:t>
        <a:bodyPr/>
        <a:lstStyle/>
        <a:p>
          <a:r>
            <a:rPr lang="en-US" b="1" dirty="0"/>
            <a:t>Introduce</a:t>
          </a:r>
          <a:r>
            <a:rPr lang="en-US" dirty="0"/>
            <a:t> yourself: </a:t>
          </a:r>
          <a:r>
            <a:rPr lang="en-US" u="sng" dirty="0"/>
            <a:t>name</a:t>
          </a:r>
          <a:r>
            <a:rPr lang="en-US" dirty="0"/>
            <a:t> and </a:t>
          </a:r>
          <a:r>
            <a:rPr lang="en-US" u="sng" dirty="0"/>
            <a:t>role</a:t>
          </a:r>
        </a:p>
      </dgm:t>
    </dgm:pt>
    <dgm:pt modelId="{41DA398B-9E66-4F8E-8147-D8255D5E20F4}" type="parTrans" cxnId="{DCF8933C-E1A6-4E17-89CD-239A82433A34}">
      <dgm:prSet/>
      <dgm:spPr/>
      <dgm:t>
        <a:bodyPr/>
        <a:lstStyle/>
        <a:p>
          <a:endParaRPr lang="en-US"/>
        </a:p>
      </dgm:t>
    </dgm:pt>
    <dgm:pt modelId="{E6A5D541-CFBB-4C90-BCAA-48CA3759C6EB}" type="sibTrans" cxnId="{DCF8933C-E1A6-4E17-89CD-239A82433A34}">
      <dgm:prSet/>
      <dgm:spPr/>
      <dgm:t>
        <a:bodyPr/>
        <a:lstStyle/>
        <a:p>
          <a:endParaRPr lang="en-US"/>
        </a:p>
      </dgm:t>
    </dgm:pt>
    <dgm:pt modelId="{9E472740-C900-453F-9D0E-5A070AB3DA28}">
      <dgm:prSet/>
      <dgm:spPr/>
      <dgm:t>
        <a:bodyPr/>
        <a:lstStyle/>
        <a:p>
          <a:r>
            <a:rPr lang="en-US" b="1" dirty="0"/>
            <a:t>Check</a:t>
          </a:r>
          <a:r>
            <a:rPr lang="en-US" dirty="0"/>
            <a:t> the patient’s name (and DOB)</a:t>
          </a:r>
        </a:p>
      </dgm:t>
    </dgm:pt>
    <dgm:pt modelId="{BE1912A4-9E41-49B0-8AF7-CA2B262FFAD2}" type="parTrans" cxnId="{13465A8F-F169-4009-AC40-EC4F360EC891}">
      <dgm:prSet/>
      <dgm:spPr/>
      <dgm:t>
        <a:bodyPr/>
        <a:lstStyle/>
        <a:p>
          <a:endParaRPr lang="en-US"/>
        </a:p>
      </dgm:t>
    </dgm:pt>
    <dgm:pt modelId="{DF554EE2-A1CA-430D-B506-40EB7A32A778}" type="sibTrans" cxnId="{13465A8F-F169-4009-AC40-EC4F360EC891}">
      <dgm:prSet/>
      <dgm:spPr/>
      <dgm:t>
        <a:bodyPr/>
        <a:lstStyle/>
        <a:p>
          <a:endParaRPr lang="en-US"/>
        </a:p>
      </dgm:t>
    </dgm:pt>
    <dgm:pt modelId="{0089DFBA-99DA-41A9-962C-F7CA506E397C}">
      <dgm:prSet/>
      <dgm:spPr/>
      <dgm:t>
        <a:bodyPr/>
        <a:lstStyle/>
        <a:p>
          <a:r>
            <a:rPr lang="en-US" b="1" dirty="0"/>
            <a:t>Explain</a:t>
          </a:r>
          <a:r>
            <a:rPr lang="en-US" dirty="0"/>
            <a:t> </a:t>
          </a:r>
          <a:r>
            <a:rPr lang="en-US" b="0" u="sng" dirty="0"/>
            <a:t>what</a:t>
          </a:r>
          <a:r>
            <a:rPr lang="en-US" dirty="0"/>
            <a:t> you are going to do and </a:t>
          </a:r>
          <a:r>
            <a:rPr lang="en-US" b="0" u="sng" dirty="0"/>
            <a:t>why</a:t>
          </a:r>
          <a:r>
            <a:rPr lang="en-US" dirty="0"/>
            <a:t>, and ask if this is OK (consent)</a:t>
          </a:r>
        </a:p>
      </dgm:t>
    </dgm:pt>
    <dgm:pt modelId="{FC95598E-C9BC-488C-8F13-A36FBA036D44}" type="parTrans" cxnId="{FF5DD1D8-E6F2-432E-9EB6-53CAD0D4DB87}">
      <dgm:prSet/>
      <dgm:spPr/>
      <dgm:t>
        <a:bodyPr/>
        <a:lstStyle/>
        <a:p>
          <a:endParaRPr lang="en-US"/>
        </a:p>
      </dgm:t>
    </dgm:pt>
    <dgm:pt modelId="{13818232-EAAA-49DC-9DB7-639C15065328}" type="sibTrans" cxnId="{FF5DD1D8-E6F2-432E-9EB6-53CAD0D4DB87}">
      <dgm:prSet/>
      <dgm:spPr/>
      <dgm:t>
        <a:bodyPr/>
        <a:lstStyle/>
        <a:p>
          <a:endParaRPr lang="en-US"/>
        </a:p>
      </dgm:t>
    </dgm:pt>
    <dgm:pt modelId="{8C1B49ED-6FCC-490F-BA61-80FB86990442}">
      <dgm:prSet/>
      <dgm:spPr/>
      <dgm:t>
        <a:bodyPr/>
        <a:lstStyle/>
        <a:p>
          <a:r>
            <a:rPr lang="en-US" dirty="0"/>
            <a:t>Ask her to pass urine if needs to</a:t>
          </a:r>
        </a:p>
      </dgm:t>
    </dgm:pt>
    <dgm:pt modelId="{CB55838C-55F8-4A01-AF4F-631205855A2C}" type="parTrans" cxnId="{EA16DFBB-B3C2-4A4D-85C2-9DE020171F28}">
      <dgm:prSet/>
      <dgm:spPr/>
      <dgm:t>
        <a:bodyPr/>
        <a:lstStyle/>
        <a:p>
          <a:endParaRPr lang="en-US"/>
        </a:p>
      </dgm:t>
    </dgm:pt>
    <dgm:pt modelId="{5AF421E1-2A1D-4E24-96E5-E5139792FEA3}" type="sibTrans" cxnId="{EA16DFBB-B3C2-4A4D-85C2-9DE020171F28}">
      <dgm:prSet/>
      <dgm:spPr/>
      <dgm:t>
        <a:bodyPr/>
        <a:lstStyle/>
        <a:p>
          <a:endParaRPr lang="en-US"/>
        </a:p>
      </dgm:t>
    </dgm:pt>
    <dgm:pt modelId="{EFD0D014-0BAB-4F9B-B902-B674DBDDB667}">
      <dgm:prSet/>
      <dgm:spPr/>
      <dgm:t>
        <a:bodyPr/>
        <a:lstStyle/>
        <a:p>
          <a:r>
            <a:rPr lang="en-US" b="1" dirty="0"/>
            <a:t>Position</a:t>
          </a:r>
          <a:r>
            <a:rPr lang="en-US" b="0" dirty="0"/>
            <a:t>: </a:t>
          </a:r>
          <a:r>
            <a:rPr lang="en-US" b="0" i="0" dirty="0"/>
            <a:t>supine with the head of the bed raised 15°</a:t>
          </a:r>
          <a:endParaRPr lang="en-US" b="0" dirty="0"/>
        </a:p>
      </dgm:t>
    </dgm:pt>
    <dgm:pt modelId="{4A14EBF2-9BB6-4E42-B02A-CD12761050CF}" type="parTrans" cxnId="{F00CEE53-5F14-44A7-9426-9855D79788C2}">
      <dgm:prSet/>
      <dgm:spPr/>
      <dgm:t>
        <a:bodyPr/>
        <a:lstStyle/>
        <a:p>
          <a:endParaRPr lang="en-US"/>
        </a:p>
      </dgm:t>
    </dgm:pt>
    <dgm:pt modelId="{7836BED1-0715-487A-8ECE-54A724079C16}" type="sibTrans" cxnId="{F00CEE53-5F14-44A7-9426-9855D79788C2}">
      <dgm:prSet/>
      <dgm:spPr/>
      <dgm:t>
        <a:bodyPr/>
        <a:lstStyle/>
        <a:p>
          <a:endParaRPr lang="en-US"/>
        </a:p>
      </dgm:t>
    </dgm:pt>
    <dgm:pt modelId="{CB14E95B-974C-4AC7-9171-4EE907CBABED}">
      <dgm:prSet/>
      <dgm:spPr/>
      <dgm:t>
        <a:bodyPr/>
        <a:lstStyle/>
        <a:p>
          <a:r>
            <a:rPr lang="en-US" b="1" dirty="0"/>
            <a:t>You</a:t>
          </a:r>
        </a:p>
      </dgm:t>
    </dgm:pt>
    <dgm:pt modelId="{9D9A2604-93F8-4380-BC37-A0C4FABCDA24}" type="parTrans" cxnId="{8DF0294C-8C20-480E-BD36-C2485A442F23}">
      <dgm:prSet/>
      <dgm:spPr/>
      <dgm:t>
        <a:bodyPr/>
        <a:lstStyle/>
        <a:p>
          <a:endParaRPr lang="en-US"/>
        </a:p>
      </dgm:t>
    </dgm:pt>
    <dgm:pt modelId="{EA00F1D6-94CE-45FF-8FC2-CA0FEE4BFDEC}" type="sibTrans" cxnId="{8DF0294C-8C20-480E-BD36-C2485A442F23}">
      <dgm:prSet/>
      <dgm:spPr/>
      <dgm:t>
        <a:bodyPr/>
        <a:lstStyle/>
        <a:p>
          <a:endParaRPr lang="en-US"/>
        </a:p>
      </dgm:t>
    </dgm:pt>
    <dgm:pt modelId="{1810D4C5-7410-440A-8944-117AB7B7FDB1}">
      <dgm:prSet/>
      <dgm:spPr/>
      <dgm:t>
        <a:bodyPr/>
        <a:lstStyle/>
        <a:p>
          <a:r>
            <a:rPr lang="en-US" b="1" dirty="0"/>
            <a:t>The patient</a:t>
          </a:r>
        </a:p>
      </dgm:t>
    </dgm:pt>
    <dgm:pt modelId="{2EE676CB-CB7F-4E40-8906-E981246F6085}" type="parTrans" cxnId="{2E370E28-D537-4238-9164-C4CF19B900F2}">
      <dgm:prSet/>
      <dgm:spPr/>
      <dgm:t>
        <a:bodyPr/>
        <a:lstStyle/>
        <a:p>
          <a:endParaRPr lang="en-US"/>
        </a:p>
      </dgm:t>
    </dgm:pt>
    <dgm:pt modelId="{C0584BA4-DA65-4201-9741-03E150D05BF2}" type="sibTrans" cxnId="{2E370E28-D537-4238-9164-C4CF19B900F2}">
      <dgm:prSet/>
      <dgm:spPr/>
      <dgm:t>
        <a:bodyPr/>
        <a:lstStyle/>
        <a:p>
          <a:endParaRPr lang="en-US"/>
        </a:p>
      </dgm:t>
    </dgm:pt>
    <dgm:pt modelId="{79F75F8D-EFBC-472D-B258-F1999D6E99B8}">
      <dgm:prSet/>
      <dgm:spPr/>
      <dgm:t>
        <a:bodyPr/>
        <a:lstStyle/>
        <a:p>
          <a:r>
            <a:rPr lang="en-US" b="1" dirty="0"/>
            <a:t>The environment</a:t>
          </a:r>
        </a:p>
      </dgm:t>
    </dgm:pt>
    <dgm:pt modelId="{C7E58D81-0A0A-43EE-8B35-0D0C5F1A91E6}" type="parTrans" cxnId="{A9C67B75-FA59-4DF6-8634-AA5579041FF3}">
      <dgm:prSet/>
      <dgm:spPr/>
      <dgm:t>
        <a:bodyPr/>
        <a:lstStyle/>
        <a:p>
          <a:endParaRPr lang="en-US"/>
        </a:p>
      </dgm:t>
    </dgm:pt>
    <dgm:pt modelId="{687890B0-CC17-4C55-99A0-5AFBFD686B76}" type="sibTrans" cxnId="{A9C67B75-FA59-4DF6-8634-AA5579041FF3}">
      <dgm:prSet/>
      <dgm:spPr/>
      <dgm:t>
        <a:bodyPr/>
        <a:lstStyle/>
        <a:p>
          <a:endParaRPr lang="en-US"/>
        </a:p>
      </dgm:t>
    </dgm:pt>
    <dgm:pt modelId="{F95BFC71-D579-43B9-B8B3-AEF08BBB505F}">
      <dgm:prSet/>
      <dgm:spPr/>
      <dgm:t>
        <a:bodyPr/>
        <a:lstStyle/>
        <a:p>
          <a:r>
            <a:rPr lang="en-US" b="1" dirty="0"/>
            <a:t>Chaperone</a:t>
          </a:r>
        </a:p>
      </dgm:t>
    </dgm:pt>
    <dgm:pt modelId="{42ECB9E4-85C8-48BF-A1BF-2B6E7C1A3EA9}" type="parTrans" cxnId="{BFE5DAE4-8949-44FD-8EB7-BF1160B2B4B0}">
      <dgm:prSet/>
      <dgm:spPr/>
      <dgm:t>
        <a:bodyPr/>
        <a:lstStyle/>
        <a:p>
          <a:endParaRPr lang="en-US"/>
        </a:p>
      </dgm:t>
    </dgm:pt>
    <dgm:pt modelId="{F5DABBBC-85C8-4B3A-8AEF-6F1429308A99}" type="sibTrans" cxnId="{BFE5DAE4-8949-44FD-8EB7-BF1160B2B4B0}">
      <dgm:prSet/>
      <dgm:spPr/>
      <dgm:t>
        <a:bodyPr/>
        <a:lstStyle/>
        <a:p>
          <a:endParaRPr lang="en-US"/>
        </a:p>
      </dgm:t>
    </dgm:pt>
    <dgm:pt modelId="{A29E4958-932B-441B-BE7E-3BECEB3CA9F8}">
      <dgm:prSet/>
      <dgm:spPr/>
      <dgm:t>
        <a:bodyPr/>
        <a:lstStyle/>
        <a:p>
          <a:r>
            <a:rPr lang="en-US" b="1" dirty="0"/>
            <a:t>Prepare tools</a:t>
          </a:r>
          <a:r>
            <a:rPr lang="en-US" dirty="0"/>
            <a:t>: </a:t>
          </a:r>
          <a:r>
            <a:rPr lang="en-US" b="0" i="0" dirty="0"/>
            <a:t>measuring tape, Pinard stethoscope or Doppler transducer, gel</a:t>
          </a:r>
          <a:endParaRPr lang="en-US" dirty="0"/>
        </a:p>
      </dgm:t>
    </dgm:pt>
    <dgm:pt modelId="{966E5C72-D55E-4D8B-A4CC-EE80A488B270}" type="parTrans" cxnId="{F89C7AF4-8FBB-47A0-98B4-A1AED9B25B43}">
      <dgm:prSet/>
      <dgm:spPr/>
      <dgm:t>
        <a:bodyPr/>
        <a:lstStyle/>
        <a:p>
          <a:endParaRPr lang="en-US"/>
        </a:p>
      </dgm:t>
    </dgm:pt>
    <dgm:pt modelId="{D5FDD15A-FE7F-4BBC-A06E-C2BA464AFBCF}" type="sibTrans" cxnId="{F89C7AF4-8FBB-47A0-98B4-A1AED9B25B43}">
      <dgm:prSet/>
      <dgm:spPr/>
      <dgm:t>
        <a:bodyPr/>
        <a:lstStyle/>
        <a:p>
          <a:endParaRPr lang="en-US"/>
        </a:p>
      </dgm:t>
    </dgm:pt>
    <dgm:pt modelId="{E669497D-6280-48A6-842A-1C994BD809D6}">
      <dgm:prSet/>
      <dgm:spPr/>
      <dgm:t>
        <a:bodyPr/>
        <a:lstStyle/>
        <a:p>
          <a:endParaRPr lang="en-US" dirty="0"/>
        </a:p>
      </dgm:t>
    </dgm:pt>
    <dgm:pt modelId="{1314DEB7-6B5B-4456-A4FB-92AE78274095}" type="parTrans" cxnId="{5341C217-54EE-4EE4-965B-3A3872EA2BB6}">
      <dgm:prSet/>
      <dgm:spPr/>
      <dgm:t>
        <a:bodyPr/>
        <a:lstStyle/>
        <a:p>
          <a:endParaRPr lang="en-US"/>
        </a:p>
      </dgm:t>
    </dgm:pt>
    <dgm:pt modelId="{519915EF-7499-463E-BF7E-6CE99AC647A0}" type="sibTrans" cxnId="{5341C217-54EE-4EE4-965B-3A3872EA2BB6}">
      <dgm:prSet/>
      <dgm:spPr/>
      <dgm:t>
        <a:bodyPr/>
        <a:lstStyle/>
        <a:p>
          <a:endParaRPr lang="en-US"/>
        </a:p>
      </dgm:t>
    </dgm:pt>
    <dgm:pt modelId="{40F02802-BF9E-4F28-AE5A-1DCC8D41DE59}">
      <dgm:prSet/>
      <dgm:spPr/>
      <dgm:t>
        <a:bodyPr/>
        <a:lstStyle/>
        <a:p>
          <a:r>
            <a:rPr lang="en-US" b="1" dirty="0"/>
            <a:t>Prepare</a:t>
          </a:r>
          <a:r>
            <a:rPr lang="en-US" b="0" dirty="0"/>
            <a:t>:</a:t>
          </a:r>
          <a:r>
            <a:rPr lang="en-US" dirty="0"/>
            <a:t> </a:t>
          </a:r>
          <a:r>
            <a:rPr lang="en-US" u="sng" dirty="0"/>
            <a:t>wash</a:t>
          </a:r>
          <a:r>
            <a:rPr lang="en-US" dirty="0"/>
            <a:t> and </a:t>
          </a:r>
          <a:r>
            <a:rPr lang="en-US" u="sng" dirty="0"/>
            <a:t>warm</a:t>
          </a:r>
          <a:r>
            <a:rPr lang="en-US" dirty="0"/>
            <a:t> your hands</a:t>
          </a:r>
        </a:p>
      </dgm:t>
    </dgm:pt>
    <dgm:pt modelId="{87973D70-95B9-4BC7-811A-D219B4AF3D4B}" type="parTrans" cxnId="{3D776F79-3424-4F13-B891-82831CAB672E}">
      <dgm:prSet/>
      <dgm:spPr/>
      <dgm:t>
        <a:bodyPr/>
        <a:lstStyle/>
        <a:p>
          <a:endParaRPr lang="en-US"/>
        </a:p>
      </dgm:t>
    </dgm:pt>
    <dgm:pt modelId="{A986180F-9BE2-4187-9069-BD7BD03B253D}" type="sibTrans" cxnId="{3D776F79-3424-4F13-B891-82831CAB672E}">
      <dgm:prSet/>
      <dgm:spPr/>
      <dgm:t>
        <a:bodyPr/>
        <a:lstStyle/>
        <a:p>
          <a:endParaRPr lang="en-US"/>
        </a:p>
      </dgm:t>
    </dgm:pt>
    <dgm:pt modelId="{5CD27617-BA4A-4B97-9F40-086B749E02CA}">
      <dgm:prSet/>
      <dgm:spPr/>
      <dgm:t>
        <a:bodyPr/>
        <a:lstStyle/>
        <a:p>
          <a:r>
            <a:rPr lang="en-US" b="1" dirty="0"/>
            <a:t>Exposure</a:t>
          </a:r>
          <a:r>
            <a:rPr lang="en-US" b="0" dirty="0"/>
            <a:t>: </a:t>
          </a:r>
          <a:r>
            <a:rPr lang="en-US" b="0" i="0" dirty="0"/>
            <a:t>from the xiphisternum to the pubic symphysis</a:t>
          </a:r>
          <a:endParaRPr lang="en-US" b="0" dirty="0"/>
        </a:p>
      </dgm:t>
    </dgm:pt>
    <dgm:pt modelId="{37ECE903-A8A2-409D-82A9-C56BDC1EF563}" type="parTrans" cxnId="{C80BA7E3-87E5-49E8-9522-810A59503CEC}">
      <dgm:prSet/>
      <dgm:spPr/>
      <dgm:t>
        <a:bodyPr/>
        <a:lstStyle/>
        <a:p>
          <a:endParaRPr lang="en-US"/>
        </a:p>
      </dgm:t>
    </dgm:pt>
    <dgm:pt modelId="{8D9E3040-7E74-4F25-9F2E-09EFDA84EC9B}" type="sibTrans" cxnId="{C80BA7E3-87E5-49E8-9522-810A59503CEC}">
      <dgm:prSet/>
      <dgm:spPr/>
      <dgm:t>
        <a:bodyPr/>
        <a:lstStyle/>
        <a:p>
          <a:endParaRPr lang="en-US"/>
        </a:p>
      </dgm:t>
    </dgm:pt>
    <dgm:pt modelId="{ABEF054D-5F8E-4ADA-BE39-8CA9DDD1634C}">
      <dgm:prSet/>
      <dgm:spPr/>
      <dgm:t>
        <a:bodyPr/>
        <a:lstStyle/>
        <a:p>
          <a:r>
            <a:rPr lang="en-US" dirty="0"/>
            <a:t>Privacy</a:t>
          </a:r>
        </a:p>
      </dgm:t>
    </dgm:pt>
    <dgm:pt modelId="{955BA977-7D7A-4A40-A323-C86D20E51A1A}" type="parTrans" cxnId="{780F9E21-DF2A-46C5-BE59-F6C6B2F7335E}">
      <dgm:prSet/>
      <dgm:spPr/>
      <dgm:t>
        <a:bodyPr/>
        <a:lstStyle/>
        <a:p>
          <a:endParaRPr lang="en-US"/>
        </a:p>
      </dgm:t>
    </dgm:pt>
    <dgm:pt modelId="{B34BD7EE-EAFC-4477-9D13-D5C75409AC1F}" type="sibTrans" cxnId="{780F9E21-DF2A-46C5-BE59-F6C6B2F7335E}">
      <dgm:prSet/>
      <dgm:spPr/>
      <dgm:t>
        <a:bodyPr/>
        <a:lstStyle/>
        <a:p>
          <a:endParaRPr lang="en-US"/>
        </a:p>
      </dgm:t>
    </dgm:pt>
    <dgm:pt modelId="{CCAD1EA2-F6BD-443C-91E6-8F2116B3B167}" type="pres">
      <dgm:prSet presAssocID="{B456DF77-9F95-40F0-BCAE-F4F6E23F19DD}" presName="Name0" presStyleCnt="0">
        <dgm:presLayoutVars>
          <dgm:dir/>
          <dgm:animLvl val="lvl"/>
          <dgm:resizeHandles val="exact"/>
        </dgm:presLayoutVars>
      </dgm:prSet>
      <dgm:spPr/>
    </dgm:pt>
    <dgm:pt modelId="{9AB34D91-5122-4C62-B2E2-E8FCB05AD7D4}" type="pres">
      <dgm:prSet presAssocID="{CB14E95B-974C-4AC7-9171-4EE907CBABED}" presName="composite" presStyleCnt="0"/>
      <dgm:spPr/>
    </dgm:pt>
    <dgm:pt modelId="{5772D445-C755-4397-B16C-9D0FCD9C93DB}" type="pres">
      <dgm:prSet presAssocID="{CB14E95B-974C-4AC7-9171-4EE907CBABE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E54983F-004D-4283-A91A-0DF8508F6A6F}" type="pres">
      <dgm:prSet presAssocID="{CB14E95B-974C-4AC7-9171-4EE907CBABED}" presName="desTx" presStyleLbl="alignAccFollowNode1" presStyleIdx="0" presStyleCnt="3">
        <dgm:presLayoutVars>
          <dgm:bulletEnabled val="1"/>
        </dgm:presLayoutVars>
      </dgm:prSet>
      <dgm:spPr/>
    </dgm:pt>
    <dgm:pt modelId="{368F592C-47D2-4F8B-ACFD-D62CF396B825}" type="pres">
      <dgm:prSet presAssocID="{EA00F1D6-94CE-45FF-8FC2-CA0FEE4BFDEC}" presName="space" presStyleCnt="0"/>
      <dgm:spPr/>
    </dgm:pt>
    <dgm:pt modelId="{72394F43-6A3B-48E3-97A4-3384C46A8CFD}" type="pres">
      <dgm:prSet presAssocID="{1810D4C5-7410-440A-8944-117AB7B7FDB1}" presName="composite" presStyleCnt="0"/>
      <dgm:spPr/>
    </dgm:pt>
    <dgm:pt modelId="{AE21BCF0-8089-4739-8ABD-F12EFEAD748F}" type="pres">
      <dgm:prSet presAssocID="{1810D4C5-7410-440A-8944-117AB7B7FDB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B61B1EE-6B51-44E4-9706-2ACC19C1AAA3}" type="pres">
      <dgm:prSet presAssocID="{1810D4C5-7410-440A-8944-117AB7B7FDB1}" presName="desTx" presStyleLbl="alignAccFollowNode1" presStyleIdx="1" presStyleCnt="3">
        <dgm:presLayoutVars>
          <dgm:bulletEnabled val="1"/>
        </dgm:presLayoutVars>
      </dgm:prSet>
      <dgm:spPr/>
    </dgm:pt>
    <dgm:pt modelId="{694270B5-A407-463C-991B-3F75D6F26C4C}" type="pres">
      <dgm:prSet presAssocID="{C0584BA4-DA65-4201-9741-03E150D05BF2}" presName="space" presStyleCnt="0"/>
      <dgm:spPr/>
    </dgm:pt>
    <dgm:pt modelId="{494AB0BF-B761-4CBC-97B3-B68AC28A3681}" type="pres">
      <dgm:prSet presAssocID="{79F75F8D-EFBC-472D-B258-F1999D6E99B8}" presName="composite" presStyleCnt="0"/>
      <dgm:spPr/>
    </dgm:pt>
    <dgm:pt modelId="{E4F32450-E323-43CC-B8B6-24FCE739FFD7}" type="pres">
      <dgm:prSet presAssocID="{79F75F8D-EFBC-472D-B258-F1999D6E99B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C0F600C-3988-4416-B7F0-45A9701D2963}" type="pres">
      <dgm:prSet presAssocID="{79F75F8D-EFBC-472D-B258-F1999D6E99B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3217B07-76A7-4B55-8184-5EA389C9E382}" type="presOf" srcId="{1810D4C5-7410-440A-8944-117AB7B7FDB1}" destId="{AE21BCF0-8089-4739-8ABD-F12EFEAD748F}" srcOrd="0" destOrd="0" presId="urn:microsoft.com/office/officeart/2005/8/layout/hList1"/>
    <dgm:cxn modelId="{4FFA5209-65F6-4718-8887-EF471987CA38}" type="presOf" srcId="{CB14E95B-974C-4AC7-9171-4EE907CBABED}" destId="{5772D445-C755-4397-B16C-9D0FCD9C93DB}" srcOrd="0" destOrd="0" presId="urn:microsoft.com/office/officeart/2005/8/layout/hList1"/>
    <dgm:cxn modelId="{CBCB9409-0EAD-4CA3-941A-88F88C36F4D7}" type="presOf" srcId="{79F75F8D-EFBC-472D-B258-F1999D6E99B8}" destId="{E4F32450-E323-43CC-B8B6-24FCE739FFD7}" srcOrd="0" destOrd="0" presId="urn:microsoft.com/office/officeart/2005/8/layout/hList1"/>
    <dgm:cxn modelId="{B0BF3113-0516-410D-80E0-E40EDE17304F}" type="presOf" srcId="{8C1B49ED-6FCC-490F-BA61-80FB86990442}" destId="{6B61B1EE-6B51-44E4-9706-2ACC19C1AAA3}" srcOrd="0" destOrd="0" presId="urn:microsoft.com/office/officeart/2005/8/layout/hList1"/>
    <dgm:cxn modelId="{5341C217-54EE-4EE4-965B-3A3872EA2BB6}" srcId="{79F75F8D-EFBC-472D-B258-F1999D6E99B8}" destId="{E669497D-6280-48A6-842A-1C994BD809D6}" srcOrd="3" destOrd="0" parTransId="{1314DEB7-6B5B-4456-A4FB-92AE78274095}" sibTransId="{519915EF-7499-463E-BF7E-6CE99AC647A0}"/>
    <dgm:cxn modelId="{780F9E21-DF2A-46C5-BE59-F6C6B2F7335E}" srcId="{79F75F8D-EFBC-472D-B258-F1999D6E99B8}" destId="{ABEF054D-5F8E-4ADA-BE39-8CA9DDD1634C}" srcOrd="1" destOrd="0" parTransId="{955BA977-7D7A-4A40-A323-C86D20E51A1A}" sibTransId="{B34BD7EE-EAFC-4477-9D13-D5C75409AC1F}"/>
    <dgm:cxn modelId="{2E370E28-D537-4238-9164-C4CF19B900F2}" srcId="{B456DF77-9F95-40F0-BCAE-F4F6E23F19DD}" destId="{1810D4C5-7410-440A-8944-117AB7B7FDB1}" srcOrd="1" destOrd="0" parTransId="{2EE676CB-CB7F-4E40-8906-E981246F6085}" sibTransId="{C0584BA4-DA65-4201-9741-03E150D05BF2}"/>
    <dgm:cxn modelId="{9819FA31-4405-4DA2-BCA9-A452A2E2FB2E}" type="presOf" srcId="{A29E4958-932B-441B-BE7E-3BECEB3CA9F8}" destId="{FC0F600C-3988-4416-B7F0-45A9701D2963}" srcOrd="0" destOrd="2" presId="urn:microsoft.com/office/officeart/2005/8/layout/hList1"/>
    <dgm:cxn modelId="{DCF8933C-E1A6-4E17-89CD-239A82433A34}" srcId="{CB14E95B-974C-4AC7-9171-4EE907CBABED}" destId="{01DA798C-38BF-4F3D-861E-A764C0DA425D}" srcOrd="0" destOrd="0" parTransId="{41DA398B-9E66-4F8E-8147-D8255D5E20F4}" sibTransId="{E6A5D541-CFBB-4C90-BCAA-48CA3759C6EB}"/>
    <dgm:cxn modelId="{08DD3141-251F-49E1-A518-7449422145EC}" type="presOf" srcId="{9E472740-C900-453F-9D0E-5A070AB3DA28}" destId="{EE54983F-004D-4283-A91A-0DF8508F6A6F}" srcOrd="0" destOrd="1" presId="urn:microsoft.com/office/officeart/2005/8/layout/hList1"/>
    <dgm:cxn modelId="{8DF0294C-8C20-480E-BD36-C2485A442F23}" srcId="{B456DF77-9F95-40F0-BCAE-F4F6E23F19DD}" destId="{CB14E95B-974C-4AC7-9171-4EE907CBABED}" srcOrd="0" destOrd="0" parTransId="{9D9A2604-93F8-4380-BC37-A0C4FABCDA24}" sibTransId="{EA00F1D6-94CE-45FF-8FC2-CA0FEE4BFDEC}"/>
    <dgm:cxn modelId="{3CE6F871-FCA9-4778-B663-012E641B9194}" type="presOf" srcId="{EFD0D014-0BAB-4F9B-B902-B674DBDDB667}" destId="{6B61B1EE-6B51-44E4-9706-2ACC19C1AAA3}" srcOrd="0" destOrd="1" presId="urn:microsoft.com/office/officeart/2005/8/layout/hList1"/>
    <dgm:cxn modelId="{F00CEE53-5F14-44A7-9426-9855D79788C2}" srcId="{1810D4C5-7410-440A-8944-117AB7B7FDB1}" destId="{EFD0D014-0BAB-4F9B-B902-B674DBDDB667}" srcOrd="1" destOrd="0" parTransId="{4A14EBF2-9BB6-4E42-B02A-CD12761050CF}" sibTransId="{7836BED1-0715-487A-8ECE-54A724079C16}"/>
    <dgm:cxn modelId="{A9C67B75-FA59-4DF6-8634-AA5579041FF3}" srcId="{B456DF77-9F95-40F0-BCAE-F4F6E23F19DD}" destId="{79F75F8D-EFBC-472D-B258-F1999D6E99B8}" srcOrd="2" destOrd="0" parTransId="{C7E58D81-0A0A-43EE-8B35-0D0C5F1A91E6}" sibTransId="{687890B0-CC17-4C55-99A0-5AFBFD686B76}"/>
    <dgm:cxn modelId="{3D776F79-3424-4F13-B891-82831CAB672E}" srcId="{CB14E95B-974C-4AC7-9171-4EE907CBABED}" destId="{40F02802-BF9E-4F28-AE5A-1DCC8D41DE59}" srcOrd="3" destOrd="0" parTransId="{87973D70-95B9-4BC7-811A-D219B4AF3D4B}" sibTransId="{A986180F-9BE2-4187-9069-BD7BD03B253D}"/>
    <dgm:cxn modelId="{DFCF387E-FE2C-4CC2-9B7D-78FFCC0CA433}" type="presOf" srcId="{B456DF77-9F95-40F0-BCAE-F4F6E23F19DD}" destId="{CCAD1EA2-F6BD-443C-91E6-8F2116B3B167}" srcOrd="0" destOrd="0" presId="urn:microsoft.com/office/officeart/2005/8/layout/hList1"/>
    <dgm:cxn modelId="{74F31085-AEC9-498A-AF9B-5CC026907B30}" type="presOf" srcId="{40F02802-BF9E-4F28-AE5A-1DCC8D41DE59}" destId="{EE54983F-004D-4283-A91A-0DF8508F6A6F}" srcOrd="0" destOrd="3" presId="urn:microsoft.com/office/officeart/2005/8/layout/hList1"/>
    <dgm:cxn modelId="{13465A8F-F169-4009-AC40-EC4F360EC891}" srcId="{CB14E95B-974C-4AC7-9171-4EE907CBABED}" destId="{9E472740-C900-453F-9D0E-5A070AB3DA28}" srcOrd="1" destOrd="0" parTransId="{BE1912A4-9E41-49B0-8AF7-CA2B262FFAD2}" sibTransId="{DF554EE2-A1CA-430D-B506-40EB7A32A778}"/>
    <dgm:cxn modelId="{6BA83A9E-77BC-44BB-AAAE-E1B77D52521D}" type="presOf" srcId="{0089DFBA-99DA-41A9-962C-F7CA506E397C}" destId="{EE54983F-004D-4283-A91A-0DF8508F6A6F}" srcOrd="0" destOrd="2" presId="urn:microsoft.com/office/officeart/2005/8/layout/hList1"/>
    <dgm:cxn modelId="{F8026FA1-F4D9-48F8-A85E-FE64DE54B6A1}" type="presOf" srcId="{F95BFC71-D579-43B9-B8B3-AEF08BBB505F}" destId="{FC0F600C-3988-4416-B7F0-45A9701D2963}" srcOrd="0" destOrd="0" presId="urn:microsoft.com/office/officeart/2005/8/layout/hList1"/>
    <dgm:cxn modelId="{EA16DFBB-B3C2-4A4D-85C2-9DE020171F28}" srcId="{1810D4C5-7410-440A-8944-117AB7B7FDB1}" destId="{8C1B49ED-6FCC-490F-BA61-80FB86990442}" srcOrd="0" destOrd="0" parTransId="{CB55838C-55F8-4A01-AF4F-631205855A2C}" sibTransId="{5AF421E1-2A1D-4E24-96E5-E5139792FEA3}"/>
    <dgm:cxn modelId="{BE4CF1C9-E12B-4AC6-98D2-B91A77CEDB3E}" type="presOf" srcId="{ABEF054D-5F8E-4ADA-BE39-8CA9DDD1634C}" destId="{FC0F600C-3988-4416-B7F0-45A9701D2963}" srcOrd="0" destOrd="1" presId="urn:microsoft.com/office/officeart/2005/8/layout/hList1"/>
    <dgm:cxn modelId="{FF5DD1D8-E6F2-432E-9EB6-53CAD0D4DB87}" srcId="{CB14E95B-974C-4AC7-9171-4EE907CBABED}" destId="{0089DFBA-99DA-41A9-962C-F7CA506E397C}" srcOrd="2" destOrd="0" parTransId="{FC95598E-C9BC-488C-8F13-A36FBA036D44}" sibTransId="{13818232-EAAA-49DC-9DB7-639C15065328}"/>
    <dgm:cxn modelId="{3D1C20E3-AFED-41CE-B97D-26E62B28DB0E}" type="presOf" srcId="{E669497D-6280-48A6-842A-1C994BD809D6}" destId="{FC0F600C-3988-4416-B7F0-45A9701D2963}" srcOrd="0" destOrd="3" presId="urn:microsoft.com/office/officeart/2005/8/layout/hList1"/>
    <dgm:cxn modelId="{C80BA7E3-87E5-49E8-9522-810A59503CEC}" srcId="{1810D4C5-7410-440A-8944-117AB7B7FDB1}" destId="{5CD27617-BA4A-4B97-9F40-086B749E02CA}" srcOrd="2" destOrd="0" parTransId="{37ECE903-A8A2-409D-82A9-C56BDC1EF563}" sibTransId="{8D9E3040-7E74-4F25-9F2E-09EFDA84EC9B}"/>
    <dgm:cxn modelId="{BFE5DAE4-8949-44FD-8EB7-BF1160B2B4B0}" srcId="{79F75F8D-EFBC-472D-B258-F1999D6E99B8}" destId="{F95BFC71-D579-43B9-B8B3-AEF08BBB505F}" srcOrd="0" destOrd="0" parTransId="{42ECB9E4-85C8-48BF-A1BF-2B6E7C1A3EA9}" sibTransId="{F5DABBBC-85C8-4B3A-8AEF-6F1429308A99}"/>
    <dgm:cxn modelId="{63A495F1-F1A7-4C33-BD8B-4D2D1FFB113C}" type="presOf" srcId="{01DA798C-38BF-4F3D-861E-A764C0DA425D}" destId="{EE54983F-004D-4283-A91A-0DF8508F6A6F}" srcOrd="0" destOrd="0" presId="urn:microsoft.com/office/officeart/2005/8/layout/hList1"/>
    <dgm:cxn modelId="{F89C7AF4-8FBB-47A0-98B4-A1AED9B25B43}" srcId="{79F75F8D-EFBC-472D-B258-F1999D6E99B8}" destId="{A29E4958-932B-441B-BE7E-3BECEB3CA9F8}" srcOrd="2" destOrd="0" parTransId="{966E5C72-D55E-4D8B-A4CC-EE80A488B270}" sibTransId="{D5FDD15A-FE7F-4BBC-A06E-C2BA464AFBCF}"/>
    <dgm:cxn modelId="{223836FD-1E7F-4F28-BD74-78484A4C3285}" type="presOf" srcId="{5CD27617-BA4A-4B97-9F40-086B749E02CA}" destId="{6B61B1EE-6B51-44E4-9706-2ACC19C1AAA3}" srcOrd="0" destOrd="2" presId="urn:microsoft.com/office/officeart/2005/8/layout/hList1"/>
    <dgm:cxn modelId="{44E0B35D-3B89-454F-8B57-016EA7B62569}" type="presParOf" srcId="{CCAD1EA2-F6BD-443C-91E6-8F2116B3B167}" destId="{9AB34D91-5122-4C62-B2E2-E8FCB05AD7D4}" srcOrd="0" destOrd="0" presId="urn:microsoft.com/office/officeart/2005/8/layout/hList1"/>
    <dgm:cxn modelId="{A37E5934-1206-49EF-A9B5-5E2C0EB903AB}" type="presParOf" srcId="{9AB34D91-5122-4C62-B2E2-E8FCB05AD7D4}" destId="{5772D445-C755-4397-B16C-9D0FCD9C93DB}" srcOrd="0" destOrd="0" presId="urn:microsoft.com/office/officeart/2005/8/layout/hList1"/>
    <dgm:cxn modelId="{226CD644-C3C8-41DD-ACCD-60CDFE282B9E}" type="presParOf" srcId="{9AB34D91-5122-4C62-B2E2-E8FCB05AD7D4}" destId="{EE54983F-004D-4283-A91A-0DF8508F6A6F}" srcOrd="1" destOrd="0" presId="urn:microsoft.com/office/officeart/2005/8/layout/hList1"/>
    <dgm:cxn modelId="{B0D9B085-C05C-4F68-A7DD-6886C1202314}" type="presParOf" srcId="{CCAD1EA2-F6BD-443C-91E6-8F2116B3B167}" destId="{368F592C-47D2-4F8B-ACFD-D62CF396B825}" srcOrd="1" destOrd="0" presId="urn:microsoft.com/office/officeart/2005/8/layout/hList1"/>
    <dgm:cxn modelId="{165636E4-340B-4053-A64A-55C1964312C0}" type="presParOf" srcId="{CCAD1EA2-F6BD-443C-91E6-8F2116B3B167}" destId="{72394F43-6A3B-48E3-97A4-3384C46A8CFD}" srcOrd="2" destOrd="0" presId="urn:microsoft.com/office/officeart/2005/8/layout/hList1"/>
    <dgm:cxn modelId="{EAFF72CA-72AE-497B-9017-A81A5F8B66CE}" type="presParOf" srcId="{72394F43-6A3B-48E3-97A4-3384C46A8CFD}" destId="{AE21BCF0-8089-4739-8ABD-F12EFEAD748F}" srcOrd="0" destOrd="0" presId="urn:microsoft.com/office/officeart/2005/8/layout/hList1"/>
    <dgm:cxn modelId="{77CFBCAE-1E3F-42DA-BEDF-77186F6C849A}" type="presParOf" srcId="{72394F43-6A3B-48E3-97A4-3384C46A8CFD}" destId="{6B61B1EE-6B51-44E4-9706-2ACC19C1AAA3}" srcOrd="1" destOrd="0" presId="urn:microsoft.com/office/officeart/2005/8/layout/hList1"/>
    <dgm:cxn modelId="{338880EA-6D87-411F-82F0-9EB079A3A0B0}" type="presParOf" srcId="{CCAD1EA2-F6BD-443C-91E6-8F2116B3B167}" destId="{694270B5-A407-463C-991B-3F75D6F26C4C}" srcOrd="3" destOrd="0" presId="urn:microsoft.com/office/officeart/2005/8/layout/hList1"/>
    <dgm:cxn modelId="{A3BF5209-896B-4F83-AD59-DA34B44F4E24}" type="presParOf" srcId="{CCAD1EA2-F6BD-443C-91E6-8F2116B3B167}" destId="{494AB0BF-B761-4CBC-97B3-B68AC28A3681}" srcOrd="4" destOrd="0" presId="urn:microsoft.com/office/officeart/2005/8/layout/hList1"/>
    <dgm:cxn modelId="{2B1CC80B-702A-4902-8306-B8B6EED1FE07}" type="presParOf" srcId="{494AB0BF-B761-4CBC-97B3-B68AC28A3681}" destId="{E4F32450-E323-43CC-B8B6-24FCE739FFD7}" srcOrd="0" destOrd="0" presId="urn:microsoft.com/office/officeart/2005/8/layout/hList1"/>
    <dgm:cxn modelId="{46AD5BD5-7D84-4C81-A86A-0475C792FFF7}" type="presParOf" srcId="{494AB0BF-B761-4CBC-97B3-B68AC28A3681}" destId="{FC0F600C-3988-4416-B7F0-45A9701D29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72D445-C755-4397-B16C-9D0FCD9C93DB}">
      <dsp:nvSpPr>
        <dsp:cNvPr id="0" name=""/>
        <dsp:cNvSpPr/>
      </dsp:nvSpPr>
      <dsp:spPr>
        <a:xfrm>
          <a:off x="3286" y="76689"/>
          <a:ext cx="3203971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You</a:t>
          </a:r>
        </a:p>
      </dsp:txBody>
      <dsp:txXfrm>
        <a:off x="3286" y="76689"/>
        <a:ext cx="3203971" cy="662400"/>
      </dsp:txXfrm>
    </dsp:sp>
    <dsp:sp modelId="{EE54983F-004D-4283-A91A-0DF8508F6A6F}">
      <dsp:nvSpPr>
        <dsp:cNvPr id="0" name=""/>
        <dsp:cNvSpPr/>
      </dsp:nvSpPr>
      <dsp:spPr>
        <a:xfrm>
          <a:off x="3286" y="739089"/>
          <a:ext cx="3203971" cy="3535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Introduce</a:t>
          </a:r>
          <a:r>
            <a:rPr lang="en-US" sz="2300" kern="1200" dirty="0"/>
            <a:t> yourself: </a:t>
          </a:r>
          <a:r>
            <a:rPr lang="en-US" sz="2300" u="sng" kern="1200" dirty="0"/>
            <a:t>name</a:t>
          </a:r>
          <a:r>
            <a:rPr lang="en-US" sz="2300" kern="1200" dirty="0"/>
            <a:t> and </a:t>
          </a:r>
          <a:r>
            <a:rPr lang="en-US" sz="2300" u="sng" kern="1200" dirty="0"/>
            <a:t>role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Check</a:t>
          </a:r>
          <a:r>
            <a:rPr lang="en-US" sz="2300" kern="1200" dirty="0"/>
            <a:t> the patient’s name (and DOB)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Explain</a:t>
          </a:r>
          <a:r>
            <a:rPr lang="en-US" sz="2300" kern="1200" dirty="0"/>
            <a:t> </a:t>
          </a:r>
          <a:r>
            <a:rPr lang="en-US" sz="2300" b="0" u="sng" kern="1200" dirty="0"/>
            <a:t>what</a:t>
          </a:r>
          <a:r>
            <a:rPr lang="en-US" sz="2300" kern="1200" dirty="0"/>
            <a:t> you are going to do and </a:t>
          </a:r>
          <a:r>
            <a:rPr lang="en-US" sz="2300" b="0" u="sng" kern="1200" dirty="0"/>
            <a:t>why</a:t>
          </a:r>
          <a:r>
            <a:rPr lang="en-US" sz="2300" kern="1200" dirty="0"/>
            <a:t>, and ask if this is OK (consent)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Prepare</a:t>
          </a:r>
          <a:r>
            <a:rPr lang="en-US" sz="2300" b="0" kern="1200" dirty="0"/>
            <a:t>:</a:t>
          </a:r>
          <a:r>
            <a:rPr lang="en-US" sz="2300" kern="1200" dirty="0"/>
            <a:t> </a:t>
          </a:r>
          <a:r>
            <a:rPr lang="en-US" sz="2300" u="sng" kern="1200" dirty="0"/>
            <a:t>wash</a:t>
          </a:r>
          <a:r>
            <a:rPr lang="en-US" sz="2300" kern="1200" dirty="0"/>
            <a:t> and </a:t>
          </a:r>
          <a:r>
            <a:rPr lang="en-US" sz="2300" u="sng" kern="1200" dirty="0"/>
            <a:t>warm</a:t>
          </a:r>
          <a:r>
            <a:rPr lang="en-US" sz="2300" kern="1200" dirty="0"/>
            <a:t> your hands</a:t>
          </a:r>
        </a:p>
      </dsp:txBody>
      <dsp:txXfrm>
        <a:off x="3286" y="739089"/>
        <a:ext cx="3203971" cy="3535560"/>
      </dsp:txXfrm>
    </dsp:sp>
    <dsp:sp modelId="{AE21BCF0-8089-4739-8ABD-F12EFEAD748F}">
      <dsp:nvSpPr>
        <dsp:cNvPr id="0" name=""/>
        <dsp:cNvSpPr/>
      </dsp:nvSpPr>
      <dsp:spPr>
        <a:xfrm>
          <a:off x="3655814" y="76689"/>
          <a:ext cx="3203971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The patient</a:t>
          </a:r>
        </a:p>
      </dsp:txBody>
      <dsp:txXfrm>
        <a:off x="3655814" y="76689"/>
        <a:ext cx="3203971" cy="662400"/>
      </dsp:txXfrm>
    </dsp:sp>
    <dsp:sp modelId="{6B61B1EE-6B51-44E4-9706-2ACC19C1AAA3}">
      <dsp:nvSpPr>
        <dsp:cNvPr id="0" name=""/>
        <dsp:cNvSpPr/>
      </dsp:nvSpPr>
      <dsp:spPr>
        <a:xfrm>
          <a:off x="3655814" y="739089"/>
          <a:ext cx="3203971" cy="3535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Ask her to pass urine if needs to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Position</a:t>
          </a:r>
          <a:r>
            <a:rPr lang="en-US" sz="2300" b="0" kern="1200" dirty="0"/>
            <a:t>: </a:t>
          </a:r>
          <a:r>
            <a:rPr lang="en-US" sz="2300" b="0" i="0" kern="1200" dirty="0"/>
            <a:t>supine with the head of the bed raised 15°</a:t>
          </a:r>
          <a:endParaRPr lang="en-US" sz="2300" b="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Exposure</a:t>
          </a:r>
          <a:r>
            <a:rPr lang="en-US" sz="2300" b="0" kern="1200" dirty="0"/>
            <a:t>: </a:t>
          </a:r>
          <a:r>
            <a:rPr lang="en-US" sz="2300" b="0" i="0" kern="1200" dirty="0"/>
            <a:t>from the xiphisternum to the pubic symphysis</a:t>
          </a:r>
          <a:endParaRPr lang="en-US" sz="2300" b="0" kern="1200" dirty="0"/>
        </a:p>
      </dsp:txBody>
      <dsp:txXfrm>
        <a:off x="3655814" y="739089"/>
        <a:ext cx="3203971" cy="3535560"/>
      </dsp:txXfrm>
    </dsp:sp>
    <dsp:sp modelId="{E4F32450-E323-43CC-B8B6-24FCE739FFD7}">
      <dsp:nvSpPr>
        <dsp:cNvPr id="0" name=""/>
        <dsp:cNvSpPr/>
      </dsp:nvSpPr>
      <dsp:spPr>
        <a:xfrm>
          <a:off x="7308342" y="76689"/>
          <a:ext cx="3203971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The environment</a:t>
          </a:r>
        </a:p>
      </dsp:txBody>
      <dsp:txXfrm>
        <a:off x="7308342" y="76689"/>
        <a:ext cx="3203971" cy="662400"/>
      </dsp:txXfrm>
    </dsp:sp>
    <dsp:sp modelId="{FC0F600C-3988-4416-B7F0-45A9701D2963}">
      <dsp:nvSpPr>
        <dsp:cNvPr id="0" name=""/>
        <dsp:cNvSpPr/>
      </dsp:nvSpPr>
      <dsp:spPr>
        <a:xfrm>
          <a:off x="7308342" y="739089"/>
          <a:ext cx="3203971" cy="3535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Chaperone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Privacy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Prepare tools</a:t>
          </a:r>
          <a:r>
            <a:rPr lang="en-US" sz="2300" kern="1200" dirty="0"/>
            <a:t>: </a:t>
          </a:r>
          <a:r>
            <a:rPr lang="en-US" sz="2300" b="0" i="0" kern="1200" dirty="0"/>
            <a:t>measuring tape, Pinard stethoscope or Doppler transducer, gel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</dsp:txBody>
      <dsp:txXfrm>
        <a:off x="7308342" y="739089"/>
        <a:ext cx="3203971" cy="3535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5T08:38:17.350"/>
    </inkml:context>
    <inkml:brush xml:id="br0">
      <inkml:brushProperty name="width" value="0.2" units="cm"/>
      <inkml:brushProperty name="height" value="0.2" units="cm"/>
      <inkml:brushProperty name="color" value="#E71224"/>
      <inkml:brushProperty name="ignorePressure" value="1"/>
    </inkml:brush>
  </inkml:definitions>
  <inkml:trace contextRef="#ctx0" brushRef="#br0">0 1424,'1944'-1412,"-1929"1401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5T08:39:14.936"/>
    </inkml:context>
    <inkml:brush xml:id="br0">
      <inkml:brushProperty name="width" value="0.2" units="cm"/>
      <inkml:brushProperty name="height" value="0.2" units="cm"/>
      <inkml:brushProperty name="color" value="#E71224"/>
      <inkml:brushProperty name="ignorePressure" value="1"/>
    </inkml:brush>
  </inkml:definitions>
  <inkml:trace contextRef="#ctx0" brushRef="#br0">0 1414,'2009'-1406,"-1999"1399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AA66A-5B2A-423A-BD65-B4EA33DD7360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304B3-2FB5-4B4F-9D1F-6012B8DC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93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CA84-FB04-E19E-B52C-1CF5CF74E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8864E-C13A-A641-7DA1-1565377E0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4120B-3A98-E527-51D4-DFB7751B5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27565-1F24-BD50-72C9-06FC169D7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48A8B-B2CF-7384-903E-18F85D15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5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3D7D7-6A11-D20D-D73E-5E085C65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E0306-1C7E-DD07-DE48-6E823D0E0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9D1B3-9D55-36B2-2D3B-DF9BFB0B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607AC-B0DC-2937-95D7-5AC46BCE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9DF2-C5F9-48C3-DF3B-71162264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2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EAE8-5F0C-0540-78C3-D5F5CAF31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69464-2F8D-E0AD-C96D-A9FEED0EB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FB1E0-A65B-CDDE-8673-F720C488F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4F6CF-D5BF-1015-F30C-6A3BD7D22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0E7BD-C46D-0D69-2860-CA41575BB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52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F2BAA-3291-11E8-758E-AA65BDD9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6198A-B132-CEFC-E326-C11062A6C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E9E2A-8C3A-6C11-3D80-62F8925DD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11621-489E-A34C-705D-39A734B34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61815-A1A0-B8B2-06C6-4E3B7EEAC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1A0FF-332B-28DA-02A6-5F7614C4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5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2CA8-AB80-4DED-C075-0EECFC376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29AB7-91FE-0E58-5D27-38F7B30FC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7D540-CE58-3E30-CB56-1D5F071CA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012494-F389-24E3-3DBF-3CBFD15DF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7CCA3-BA94-B248-91B8-485E8F2E4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226E0-146B-AF50-5848-E0F0E7E5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4DF07-9000-8912-8245-20B31CB1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B95D-0C30-259E-D7B0-55EF6529C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7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0F96A-F8C0-491F-109D-65168FD9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1B8782-5FCE-8AB0-80A0-B47C9B80E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ACEF0-5AA1-E4B8-EDEB-28E006B6D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20D05-15C0-6E6F-B693-ACBF79231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97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45562-4D24-0B28-F44D-D9E838698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2E614D-D8CC-1EDA-CDE3-3BFDC368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793B-4F37-B037-4EEC-E0BCE6AC3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76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3BE2-6A6C-4C4D-3CAB-D99BD6530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C5728-8C18-A349-F6D1-FC06835F1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EB2AD-3458-E508-B1D0-027953628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7C358-4F51-A970-10F8-B0BB5FCF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EA4F-FAF5-702E-A6E3-D9037C9F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22068-A9F2-D2B8-BF03-C8984709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1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19EA-4DD5-1C71-7640-C8B84113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035F39-A96B-BC56-91CA-264FC652BC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7BC8E-877A-0316-B559-CE6CDFDED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17A28-3383-E531-6FA2-C31E6D65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7A8D8-D2A3-7BED-7DCF-0DD63AB4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025A1-D58E-E9C9-CD66-2A296350D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15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D138-328F-380C-DCAA-33AC37B5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753CF-6DFD-8FFE-889D-1737AC269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279B6-0C10-FB1A-4D2D-E8837FFA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28D25-A6FF-77EA-ECE9-0D69A5F56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670BF-0F56-F8F2-DECC-E1E33E61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6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EA216D-A3E9-FB88-9E3B-F994E5E22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919D5-7302-ABCC-BD4E-81920A574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8E3D1-207A-181E-2701-F5563DDA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89A77-94F6-1631-B0FC-5EF28736E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0B2FF-6C0F-2E07-BC20-0241BAFC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62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038F1-CED4-2090-7762-335488D9D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7E0CF-8DFE-D578-5E08-BC9EF015E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7D561-1F6A-AE5A-DC72-176CCE9D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5C7ED-36AF-421C-BF98-DDDF56C40431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B5238-FA57-8902-6950-98F8DEE7B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CF9A3-C618-FFD7-A049-08D121936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A1F843-F0F3-9F51-1AA6-CA3B1FBA2847}"/>
              </a:ext>
            </a:extLst>
          </p:cNvPr>
          <p:cNvGrpSpPr/>
          <p:nvPr userDrawn="1"/>
        </p:nvGrpSpPr>
        <p:grpSpPr>
          <a:xfrm>
            <a:off x="10289546" y="71302"/>
            <a:ext cx="1841500" cy="780108"/>
            <a:chOff x="37183" y="0"/>
            <a:chExt cx="1841500" cy="780184"/>
          </a:xfrm>
        </p:grpSpPr>
        <p:sp>
          <p:nvSpPr>
            <p:cNvPr id="11" name="Text Box 54">
              <a:extLst>
                <a:ext uri="{FF2B5EF4-FFF2-40B4-BE49-F238E27FC236}">
                  <a16:creationId xmlns:a16="http://schemas.microsoft.com/office/drawing/2014/main" id="{8D83551B-1C0E-60DB-3FC4-5D31B02B976D}"/>
                </a:ext>
              </a:extLst>
            </p:cNvPr>
            <p:cNvSpPr txBox="1"/>
            <p:nvPr userDrawn="1"/>
          </p:nvSpPr>
          <p:spPr>
            <a:xfrm>
              <a:off x="37183" y="600167"/>
              <a:ext cx="1841500" cy="180017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US" sz="1100" b="1" kern="100" spc="150" baseline="0" dirty="0">
                  <a:ln w="6731" cap="flat" cmpd="sng" algn="ctr">
                    <a:noFill/>
                    <a:prstDash val="solid"/>
                    <a:round/>
                  </a:ln>
                  <a:solidFill>
                    <a:srgbClr val="70AD47"/>
                  </a:solidFill>
                  <a:effectLst>
                    <a:outerShdw blurRad="63500" dist="50800" dir="2700000" sx="0" sy="0">
                      <a:srgbClr val="000000">
                        <a:alpha val="50000"/>
                      </a:srgbClr>
                    </a:outerShdw>
                  </a:effectLst>
                  <a:latin typeface="Aptos" panose="020B0004020202020204" pitchFamily="34" charset="0"/>
                  <a:cs typeface="Arial" panose="020B0604020202020204" pitchFamily="34" charset="0"/>
                </a:rPr>
                <a:t>FACULTY OF MEDICINE</a:t>
              </a:r>
              <a:endParaRPr lang="en-US" sz="1100" b="1" kern="100" spc="150" baseline="0" dirty="0">
                <a:ln w="6731" cap="flat" cmpd="sng" algn="ctr">
                  <a:solidFill>
                    <a:srgbClr val="44546A"/>
                  </a:solidFill>
                  <a:prstDash val="solid"/>
                  <a:round/>
                </a:ln>
                <a:solidFill>
                  <a:srgbClr val="70AD47"/>
                </a:solidFill>
                <a:effectLst>
                  <a:outerShdw blurRad="63500" dist="50800" dir="2700000" sx="0" sy="0">
                    <a:srgbClr val="000000">
                      <a:alpha val="50000"/>
                    </a:srgb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A0FE18-FBEA-3441-BD4A-CAB3818BF8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83" y="0"/>
              <a:ext cx="1841500" cy="60071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878252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-pkkgBX7OFQ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4.png"/><Relationship Id="rId7" Type="http://schemas.openxmlformats.org/officeDocument/2006/relationships/image" Target="../media/image2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B37C29-414B-48F7-A515-4CF665863F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/>
          </a:bodyPr>
          <a:lstStyle/>
          <a:p>
            <a:r>
              <a:rPr lang="en-US" sz="2800" b="1" dirty="0"/>
              <a:t>Hamdy Bakry Alqenawy, MD</a:t>
            </a:r>
          </a:p>
          <a:p>
            <a:r>
              <a:rPr lang="en-US" sz="2000" dirty="0"/>
              <a:t>Lecturer in Obstetrics &amp; Gynecology</a:t>
            </a:r>
          </a:p>
          <a:p>
            <a:r>
              <a:rPr lang="en-US" sz="2000" dirty="0"/>
              <a:t>Ain Shams University Faculty of Medicine</a:t>
            </a:r>
            <a:br>
              <a:rPr lang="en-US" sz="2000" dirty="0"/>
            </a:br>
            <a:r>
              <a:rPr lang="en-US" sz="2000" dirty="0" err="1"/>
              <a:t>Galala</a:t>
            </a:r>
            <a:r>
              <a:rPr lang="en-US" sz="2000" dirty="0"/>
              <a:t> University Faculty of Medicine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917BDE-83F7-B7C0-7666-8F7893B97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1526A1"/>
                </a:solidFill>
                <a:latin typeface="Gill Sans MT" panose="020B0502020104020203" pitchFamily="34" charset="0"/>
              </a:rPr>
              <a:t>Clinical Assessment of Pregnant Women: </a:t>
            </a:r>
            <a:br>
              <a:rPr lang="en-US" sz="5400" dirty="0">
                <a:solidFill>
                  <a:schemeClr val="accent6"/>
                </a:solidFill>
                <a:latin typeface="Gill Sans MT" panose="020B0502020104020203" pitchFamily="34" charset="0"/>
              </a:rPr>
            </a:br>
            <a:r>
              <a:rPr lang="en-US" sz="5400" b="1" dirty="0">
                <a:solidFill>
                  <a:schemeClr val="accent6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2. Abdominal Examination</a:t>
            </a:r>
          </a:p>
        </p:txBody>
      </p:sp>
    </p:spTree>
    <p:extLst>
      <p:ext uri="{BB962C8B-B14F-4D97-AF65-F5344CB8AC3E}">
        <p14:creationId xmlns:p14="http://schemas.microsoft.com/office/powerpoint/2010/main" val="2526452201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3830C-7A26-4D3A-A640-7CD1568F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to your patient’s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F3EE8-1899-43B5-9A36-F767B3EEF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Patients “present” with a complaint/presentation, NOT the diagnosis.</a:t>
            </a:r>
          </a:p>
          <a:p>
            <a:r>
              <a:rPr lang="en-US" b="1" dirty="0"/>
              <a:t>Assessment</a:t>
            </a:r>
            <a:r>
              <a:rPr lang="en-US" dirty="0"/>
              <a:t> is through: </a:t>
            </a:r>
            <a:br>
              <a:rPr lang="en-US" dirty="0"/>
            </a:br>
            <a:r>
              <a:rPr lang="en-US" dirty="0">
                <a:cs typeface="Calibri" panose="020F0502020204030204" pitchFamily="34" charset="0"/>
              </a:rPr>
              <a:t>❶</a:t>
            </a:r>
            <a:r>
              <a:rPr lang="en-US" dirty="0"/>
              <a:t>History, </a:t>
            </a:r>
            <a:r>
              <a:rPr lang="en-US" dirty="0">
                <a:cs typeface="Calibri" panose="020F0502020204030204" pitchFamily="34" charset="0"/>
              </a:rPr>
              <a:t>❷</a:t>
            </a:r>
            <a:r>
              <a:rPr lang="en-US" dirty="0"/>
              <a:t>Examination and </a:t>
            </a:r>
            <a:r>
              <a:rPr lang="en-US" dirty="0">
                <a:cs typeface="Calibri" panose="020F0502020204030204" pitchFamily="34" charset="0"/>
              </a:rPr>
              <a:t>❸</a:t>
            </a:r>
            <a:r>
              <a:rPr lang="en-US" dirty="0"/>
              <a:t>Investigations. </a:t>
            </a:r>
            <a:br>
              <a:rPr lang="en-US" dirty="0"/>
            </a:br>
            <a:r>
              <a:rPr lang="en-US" dirty="0"/>
              <a:t>It should happen this way, not the other way round.</a:t>
            </a:r>
          </a:p>
          <a:p>
            <a:r>
              <a:rPr lang="en-US" dirty="0"/>
              <a:t>It’s OK to start with a differential and narrow it down. </a:t>
            </a:r>
            <a:br>
              <a:rPr lang="en-US" dirty="0"/>
            </a:br>
            <a:r>
              <a:rPr lang="en-US" dirty="0"/>
              <a:t>This is the norm in Medicine.</a:t>
            </a:r>
          </a:p>
          <a:p>
            <a:pPr lvl="1"/>
            <a:r>
              <a:rPr lang="en-US" dirty="0"/>
              <a:t>History 		</a:t>
            </a:r>
            <a:r>
              <a:rPr lang="en-US" dirty="0">
                <a:sym typeface="Symbol" panose="05050102010706020507" pitchFamily="18" charset="2"/>
              </a:rPr>
              <a:t> Differential diagnosis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Examination 	 Provisional diagnosis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Investigations 	 Definitive diagnosis (usually!)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438654"/>
      </p:ext>
    </p:extLst>
  </p:cSld>
  <p:clrMapOvr>
    <a:masterClrMapping/>
  </p:clrMapOvr>
  <p:transition spd="slow"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0EC0BB-E61E-509F-8508-331682500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Assessment: </a:t>
            </a:r>
            <a:r>
              <a:rPr lang="en-US" dirty="0">
                <a:highlight>
                  <a:srgbClr val="FFFF00"/>
                </a:highlight>
              </a:rPr>
              <a:t>Maternal</a:t>
            </a:r>
            <a:r>
              <a:rPr lang="en-US" dirty="0"/>
              <a:t> &amp; </a:t>
            </a:r>
            <a:r>
              <a:rPr lang="en-US" dirty="0">
                <a:highlight>
                  <a:srgbClr val="FFFF00"/>
                </a:highlight>
              </a:rPr>
              <a:t>Fetal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86DB04-CFAF-A5BA-633A-A10BE8F0E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History </a:t>
            </a:r>
          </a:p>
          <a:p>
            <a:r>
              <a:rPr lang="en-US" dirty="0"/>
              <a:t>Examination</a:t>
            </a:r>
          </a:p>
          <a:p>
            <a:pPr lvl="1"/>
            <a:r>
              <a:rPr lang="en-US" dirty="0"/>
              <a:t>General: as usual + systems other than that of interest</a:t>
            </a:r>
          </a:p>
          <a:p>
            <a:pPr lvl="1"/>
            <a:r>
              <a:rPr lang="en-US" dirty="0"/>
              <a:t>Abdominal: as usual + gravid uterus</a:t>
            </a:r>
          </a:p>
          <a:p>
            <a:pPr lvl="2"/>
            <a:r>
              <a:rPr lang="en-US" dirty="0"/>
              <a:t>Inspection</a:t>
            </a:r>
          </a:p>
          <a:p>
            <a:pPr lvl="2"/>
            <a:r>
              <a:rPr lang="en-US" dirty="0"/>
              <a:t>Palpation</a:t>
            </a:r>
          </a:p>
          <a:p>
            <a:pPr lvl="3"/>
            <a:r>
              <a:rPr lang="en-US" dirty="0"/>
              <a:t>Fundal height</a:t>
            </a:r>
          </a:p>
          <a:p>
            <a:pPr lvl="3"/>
            <a:r>
              <a:rPr lang="en-US" dirty="0"/>
              <a:t>4 maneuvers of Leopold </a:t>
            </a:r>
          </a:p>
          <a:p>
            <a:pPr lvl="3"/>
            <a:r>
              <a:rPr lang="en-US" dirty="0"/>
              <a:t>Uterine contractions </a:t>
            </a:r>
          </a:p>
          <a:p>
            <a:pPr lvl="2"/>
            <a:r>
              <a:rPr lang="en-US" dirty="0"/>
              <a:t>? Percussion </a:t>
            </a:r>
          </a:p>
          <a:p>
            <a:pPr lvl="2"/>
            <a:r>
              <a:rPr lang="en-US" dirty="0"/>
              <a:t>Auscultation</a:t>
            </a:r>
          </a:p>
          <a:p>
            <a:pPr lvl="1"/>
            <a:r>
              <a:rPr lang="en-US" dirty="0"/>
              <a:t>Local = vaginal</a:t>
            </a:r>
          </a:p>
          <a:p>
            <a:pPr lvl="2"/>
            <a:r>
              <a:rPr lang="en-US" dirty="0"/>
              <a:t>Digital, bimanual</a:t>
            </a:r>
          </a:p>
          <a:p>
            <a:pPr lvl="2"/>
            <a:r>
              <a:rPr lang="en-US" dirty="0"/>
              <a:t>Speculum  </a:t>
            </a:r>
          </a:p>
          <a:p>
            <a:r>
              <a:rPr lang="en-US" dirty="0"/>
              <a:t>Investigations</a:t>
            </a:r>
          </a:p>
          <a:p>
            <a:pPr lvl="1"/>
            <a:r>
              <a:rPr lang="en-US" dirty="0"/>
              <a:t>Labs</a:t>
            </a:r>
          </a:p>
          <a:p>
            <a:pPr lvl="1"/>
            <a:r>
              <a:rPr lang="en-US" dirty="0"/>
              <a:t>Imaging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D8771C6-C56B-8C3B-4312-18BA7F2665B5}"/>
              </a:ext>
            </a:extLst>
          </p:cNvPr>
          <p:cNvSpPr/>
          <p:nvPr/>
        </p:nvSpPr>
        <p:spPr>
          <a:xfrm>
            <a:off x="1272988" y="2698376"/>
            <a:ext cx="3989294" cy="1676400"/>
          </a:xfrm>
          <a:prstGeom prst="round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9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6AEC-24D4-D790-8A34-E15B491C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4259B"/>
                </a:solidFill>
              </a:rPr>
              <a:t>General Examination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0818886-FD62-B903-D25F-CCDF1F0722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" name="Content Placeholder 12">
            <a:extLst>
              <a:ext uri="{FF2B5EF4-FFF2-40B4-BE49-F238E27FC236}">
                <a16:creationId xmlns:a16="http://schemas.microsoft.com/office/drawing/2014/main" id="{FBE3157D-4360-DF08-7FA4-B906F24A49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54679" y="-1"/>
            <a:ext cx="513732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1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6AEC-24D4-D790-8A34-E15B491C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4259B"/>
                </a:solidFill>
              </a:rPr>
              <a:t>Abdominal Examination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7F8D8-BBAF-2995-4778-822418AFA3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Must be done systematically.</a:t>
            </a:r>
          </a:p>
          <a:p>
            <a:r>
              <a:rPr lang="en-US" dirty="0"/>
              <a:t>These tissue layers may interpose between your hand and the fetal head: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8D22C-A980-ED55-B0D3-123A02E45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51" y="3515021"/>
            <a:ext cx="5553075" cy="324963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5760537-13EE-1D3B-E548-CB83B07D6699}"/>
              </a:ext>
            </a:extLst>
          </p:cNvPr>
          <p:cNvGrpSpPr/>
          <p:nvPr/>
        </p:nvGrpSpPr>
        <p:grpSpPr>
          <a:xfrm>
            <a:off x="6391275" y="1800236"/>
            <a:ext cx="5553075" cy="4697290"/>
            <a:chOff x="2895600" y="1490785"/>
            <a:chExt cx="5553075" cy="469729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9B3AFEA-493B-10D6-EB2D-2A74683BC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29379" y="1490785"/>
              <a:ext cx="4286250" cy="4286250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444500" cap="sq">
              <a:solidFill>
                <a:srgbClr val="000000"/>
              </a:solidFill>
              <a:miter lim="800000"/>
            </a:ln>
            <a:effectLst>
              <a:outerShdw blurRad="254000" dist="190500" dir="2700000" sy="90000" algn="b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2DA979-7686-FC15-F0BF-DD53B5BE47A7}"/>
                </a:ext>
              </a:extLst>
            </p:cNvPr>
            <p:cNvSpPr txBox="1"/>
            <p:nvPr/>
          </p:nvSpPr>
          <p:spPr>
            <a:xfrm>
              <a:off x="2895600" y="5818743"/>
              <a:ext cx="55530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chemeClr val="bg1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https://www.youtube.com/watch?v=-pkkgBX7OFQ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5629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747D-8216-FF12-4A6B-E16959F8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Ready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6B044D-0234-8740-56D5-69F02D6079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040969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1182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B939B-3249-656E-308A-AFA73F2A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4259B"/>
                </a:solidFill>
              </a:rPr>
              <a:t>Inspection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EE1CD-A5D5-F65D-75EC-602D0B6BA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54086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Size and contour (distension compatible with pregnancy), </a:t>
            </a:r>
          </a:p>
          <a:p>
            <a:r>
              <a:rPr lang="en-US" dirty="0">
                <a:solidFill>
                  <a:srgbClr val="FF0000"/>
                </a:solidFill>
              </a:rPr>
              <a:t>scars</a:t>
            </a:r>
            <a:r>
              <a:rPr lang="en-US" dirty="0"/>
              <a:t> of previous operations, </a:t>
            </a:r>
          </a:p>
          <a:p>
            <a:r>
              <a:rPr lang="en-US" dirty="0">
                <a:solidFill>
                  <a:srgbClr val="FF0000"/>
                </a:solidFill>
              </a:rPr>
              <a:t>hernias</a:t>
            </a:r>
            <a:r>
              <a:rPr lang="en-US" dirty="0"/>
              <a:t> (umbilical, inguinal or femoral), </a:t>
            </a:r>
          </a:p>
          <a:p>
            <a:r>
              <a:rPr lang="en-US" dirty="0"/>
              <a:t>divarication of the recti muscles, </a:t>
            </a:r>
          </a:p>
          <a:p>
            <a:r>
              <a:rPr lang="en-US" dirty="0"/>
              <a:t>skin pigmentation (</a:t>
            </a:r>
            <a:r>
              <a:rPr lang="en-US" dirty="0" err="1"/>
              <a:t>linea</a:t>
            </a:r>
            <a:r>
              <a:rPr lang="en-US" dirty="0"/>
              <a:t> nigra), </a:t>
            </a:r>
          </a:p>
          <a:p>
            <a:r>
              <a:rPr lang="en-US" dirty="0"/>
              <a:t>stretch marks (striae gravidarum / albicans), </a:t>
            </a:r>
          </a:p>
          <a:p>
            <a:r>
              <a:rPr lang="en-US" dirty="0"/>
              <a:t>fetal movements (&gt;24 weeks), </a:t>
            </a:r>
          </a:p>
          <a:p>
            <a:r>
              <a:rPr lang="en-US" dirty="0"/>
              <a:t>grooves (above or below the umbilicus).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C535D7-5C78-5FE3-1683-7D019A1BA4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54016"/>
          <a:stretch/>
        </p:blipFill>
        <p:spPr>
          <a:xfrm>
            <a:off x="8602541" y="1282883"/>
            <a:ext cx="2762250" cy="2416863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39DD07AD-6A1A-46EC-5A0F-9867EF08C6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91"/>
          <a:stretch/>
        </p:blipFill>
        <p:spPr>
          <a:xfrm>
            <a:off x="8602541" y="4001294"/>
            <a:ext cx="2762249" cy="208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46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6AEC-24D4-D790-8A34-E15B491C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4259B"/>
                </a:solidFill>
              </a:rPr>
              <a:t>Palpation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7F8D8-BBAF-2995-4778-822418AFA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Palpate the whole abdomen with the palmar surface of the hand for:</a:t>
            </a:r>
          </a:p>
          <a:p>
            <a:pPr lvl="1"/>
            <a:r>
              <a:rPr lang="en-US" dirty="0"/>
              <a:t>masses,</a:t>
            </a:r>
          </a:p>
          <a:p>
            <a:pPr lvl="1"/>
            <a:r>
              <a:rPr lang="en-US" dirty="0"/>
              <a:t>tenderness, </a:t>
            </a:r>
          </a:p>
          <a:p>
            <a:pPr lvl="1"/>
            <a:r>
              <a:rPr lang="en-US" dirty="0"/>
              <a:t>guarding or rigidity</a:t>
            </a:r>
          </a:p>
          <a:p>
            <a:pPr marL="457200" lvl="1" indent="0">
              <a:buNone/>
            </a:pPr>
            <a:r>
              <a:rPr lang="en-US" dirty="0"/>
              <a:t>while </a:t>
            </a:r>
            <a:r>
              <a:rPr lang="en-US" i="1" dirty="0"/>
              <a:t>keeping eye contact </a:t>
            </a:r>
            <a:r>
              <a:rPr lang="en-US" dirty="0"/>
              <a:t>with your patient.  </a:t>
            </a:r>
          </a:p>
          <a:p>
            <a:r>
              <a:rPr lang="en-US" dirty="0"/>
              <a:t>Palpate for the liver, spleen and kidneys. </a:t>
            </a:r>
            <a:r>
              <a:rPr lang="en-US" i="1" dirty="0"/>
              <a:t>(? The back?)</a:t>
            </a:r>
          </a:p>
          <a:p>
            <a:r>
              <a:rPr lang="en-US" dirty="0"/>
              <a:t>Feel the uterus for </a:t>
            </a:r>
          </a:p>
          <a:p>
            <a:pPr lvl="1"/>
            <a:r>
              <a:rPr lang="en-US" dirty="0"/>
              <a:t>uterine contractions </a:t>
            </a:r>
          </a:p>
          <a:p>
            <a:pPr lvl="1"/>
            <a:r>
              <a:rPr lang="en-US" dirty="0"/>
              <a:t>irregularities:</a:t>
            </a:r>
          </a:p>
          <a:p>
            <a:pPr lvl="2"/>
            <a:r>
              <a:rPr lang="en-US" dirty="0"/>
              <a:t>leiomyomas or </a:t>
            </a:r>
          </a:p>
          <a:p>
            <a:pPr lvl="2"/>
            <a:r>
              <a:rPr lang="en-US" dirty="0"/>
              <a:t>congenital abnormality such as bicornuate uterus.</a:t>
            </a:r>
          </a:p>
          <a:p>
            <a:pPr lvl="1"/>
            <a:r>
              <a:rPr lang="en-US" dirty="0"/>
              <a:t>The fetus…</a:t>
            </a:r>
          </a:p>
        </p:txBody>
      </p:sp>
    </p:spTree>
    <p:extLst>
      <p:ext uri="{BB962C8B-B14F-4D97-AF65-F5344CB8AC3E}">
        <p14:creationId xmlns:p14="http://schemas.microsoft.com/office/powerpoint/2010/main" val="208217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6AEC-24D4-D790-8A34-E15B491C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Palpation (the fetus)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7F8D8-BBAF-2995-4778-822418AFA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abdominal palpation is the easiest and cheapest method of </a:t>
            </a:r>
            <a:r>
              <a:rPr lang="en-US" u="sng" dirty="0"/>
              <a:t>fetal monitoring</a:t>
            </a:r>
            <a:r>
              <a:rPr lang="en-US" dirty="0"/>
              <a:t>.</a:t>
            </a:r>
          </a:p>
          <a:p>
            <a:r>
              <a:rPr lang="en-US" dirty="0"/>
              <a:t>Repeated examinations by the same observer may give a first indication of </a:t>
            </a:r>
          </a:p>
          <a:p>
            <a:pPr lvl="1"/>
            <a:r>
              <a:rPr lang="en-US" dirty="0"/>
              <a:t>growth restriction, or </a:t>
            </a:r>
          </a:p>
          <a:p>
            <a:pPr lvl="1"/>
            <a:r>
              <a:rPr lang="en-US" dirty="0"/>
              <a:t>excessive increase in uterine size due to polyhydramnios.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4CE26A-1C15-7131-3017-B9F3D0389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053445"/>
              </p:ext>
            </p:extLst>
          </p:nvPr>
        </p:nvGraphicFramePr>
        <p:xfrm>
          <a:off x="2189321" y="4896534"/>
          <a:ext cx="781335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855">
                  <a:extLst>
                    <a:ext uri="{9D8B030D-6E8A-4147-A177-3AD203B41FA5}">
                      <a16:colId xmlns:a16="http://schemas.microsoft.com/office/drawing/2014/main" val="3861542592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2520281773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1348507176"/>
                    </a:ext>
                  </a:extLst>
                </a:gridCol>
                <a:gridCol w="3737293">
                  <a:extLst>
                    <a:ext uri="{9D8B030D-6E8A-4147-A177-3AD203B41FA5}">
                      <a16:colId xmlns:a16="http://schemas.microsoft.com/office/drawing/2014/main" val="2903528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Palpate for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Fetal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Fetal orientation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016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Fundal level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SFH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The 4 maneuvers of Leopold…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766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931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EEE1-7ACB-6C9E-65EC-D5CAE6C53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Abdominal palpation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B56B6-4B8C-807B-062D-E41460F61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 try to answer these questions:</a:t>
            </a:r>
          </a:p>
          <a:p>
            <a:endParaRPr lang="en-US" b="1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Is the </a:t>
            </a:r>
            <a:r>
              <a:rPr lang="en-US" b="1" dirty="0">
                <a:solidFill>
                  <a:schemeClr val="accent6"/>
                </a:solidFill>
              </a:rPr>
              <a:t>size</a:t>
            </a:r>
            <a:r>
              <a:rPr lang="en-US" b="1" dirty="0">
                <a:solidFill>
                  <a:srgbClr val="14259B"/>
                </a:solidFill>
              </a:rPr>
              <a:t> </a:t>
            </a:r>
            <a:r>
              <a:rPr lang="en-US" dirty="0"/>
              <a:t>consistent with estimated GA?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Is the </a:t>
            </a:r>
            <a:r>
              <a:rPr lang="en-US" b="1" dirty="0">
                <a:solidFill>
                  <a:schemeClr val="accent6"/>
                </a:solidFill>
              </a:rPr>
              <a:t>lie</a:t>
            </a:r>
            <a:r>
              <a:rPr lang="en-US" dirty="0"/>
              <a:t> longitudinal?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Where is the </a:t>
            </a:r>
            <a:r>
              <a:rPr lang="en-US" b="1" dirty="0">
                <a:solidFill>
                  <a:schemeClr val="accent6"/>
                </a:solidFill>
              </a:rPr>
              <a:t>back</a:t>
            </a:r>
            <a:r>
              <a:rPr lang="en-US" dirty="0"/>
              <a:t> of the fetus?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What is the </a:t>
            </a:r>
            <a:r>
              <a:rPr lang="en-US" b="1" dirty="0">
                <a:solidFill>
                  <a:schemeClr val="accent6"/>
                </a:solidFill>
              </a:rPr>
              <a:t>presentation</a:t>
            </a:r>
            <a:r>
              <a:rPr lang="en-US" dirty="0"/>
              <a:t>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Is the head </a:t>
            </a:r>
            <a:r>
              <a:rPr lang="en-US" sz="2400" b="1" kern="1200" dirty="0">
                <a:solidFill>
                  <a:srgbClr val="70AD47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engaged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732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BF59CD-A08B-C950-6B22-5B7829EF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① </a:t>
            </a:r>
            <a:r>
              <a:rPr lang="en-US" dirty="0"/>
              <a:t>Is the </a:t>
            </a:r>
            <a:r>
              <a:rPr lang="en-US" b="1" dirty="0">
                <a:solidFill>
                  <a:schemeClr val="accent6"/>
                </a:solidFill>
              </a:rPr>
              <a:t>size </a:t>
            </a:r>
            <a:r>
              <a:rPr lang="en-US" dirty="0"/>
              <a:t>consistent with </a:t>
            </a:r>
            <a:br>
              <a:rPr lang="en-US" dirty="0"/>
            </a:br>
            <a:r>
              <a:rPr lang="en-US" dirty="0"/>
              <a:t>estimated gestational 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28E05-5A75-0FD6-FD21-2286DC7CF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1. Using anatomical landmarks</a:t>
            </a:r>
            <a:endParaRPr lang="en-US" dirty="0"/>
          </a:p>
          <a:p>
            <a:endParaRPr lang="en-US" dirty="0"/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3D2E82EC-1A58-B474-0E78-48DCB38DDA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23697" y="3056737"/>
            <a:ext cx="2765080" cy="31202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A4DF4E-20A7-19B0-13DD-EC6739E51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604" y="3262041"/>
            <a:ext cx="2107041" cy="2914922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07C3497-52F0-FF8C-B03E-B264A7197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881999"/>
              </p:ext>
            </p:extLst>
          </p:nvPr>
        </p:nvGraphicFramePr>
        <p:xfrm>
          <a:off x="1506220" y="3353952"/>
          <a:ext cx="422656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>
                  <a:extLst>
                    <a:ext uri="{9D8B030D-6E8A-4147-A177-3AD203B41FA5}">
                      <a16:colId xmlns:a16="http://schemas.microsoft.com/office/drawing/2014/main" val="4236654745"/>
                    </a:ext>
                  </a:extLst>
                </a:gridCol>
                <a:gridCol w="2291080">
                  <a:extLst>
                    <a:ext uri="{9D8B030D-6E8A-4147-A177-3AD203B41FA5}">
                      <a16:colId xmlns:a16="http://schemas.microsoft.com/office/drawing/2014/main" val="25553936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Landmark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Corresponding 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85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Xiphisternum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36 </a:t>
                      </a:r>
                      <a:r>
                        <a:rPr lang="en-US" dirty="0" err="1"/>
                        <a:t>wk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672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midway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~ 28 </a:t>
                      </a:r>
                      <a:r>
                        <a:rPr lang="en-US" dirty="0" err="1"/>
                        <a:t>wk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252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Umbilicus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20-22 </a:t>
                      </a:r>
                      <a:r>
                        <a:rPr lang="en-US" dirty="0" err="1"/>
                        <a:t>wk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393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midway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~ 16 </a:t>
                      </a:r>
                      <a:r>
                        <a:rPr lang="en-US" dirty="0" err="1"/>
                        <a:t>wk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577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Symphysis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12 </a:t>
                      </a:r>
                      <a:r>
                        <a:rPr lang="en-US" dirty="0" err="1"/>
                        <a:t>wk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155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013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6B3A8-44EA-78F0-1FC5-B69C1B015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① </a:t>
            </a:r>
            <a:r>
              <a:rPr lang="en-US" dirty="0"/>
              <a:t>Is the </a:t>
            </a:r>
            <a:r>
              <a:rPr lang="en-US" b="1" dirty="0">
                <a:solidFill>
                  <a:schemeClr val="accent6"/>
                </a:solidFill>
              </a:rPr>
              <a:t>size </a:t>
            </a:r>
            <a:r>
              <a:rPr lang="en-US" dirty="0"/>
              <a:t>consistent with </a:t>
            </a:r>
            <a:br>
              <a:rPr lang="en-US" dirty="0"/>
            </a:br>
            <a:r>
              <a:rPr lang="en-US" dirty="0"/>
              <a:t>estimated gestational 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7C502-1ACF-5638-91F5-0BC753760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828693" cy="4351338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2. Measuring symphysis-fundal height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u="sng" dirty="0"/>
              <a:t>After 20 weeks</a:t>
            </a:r>
            <a:r>
              <a:rPr lang="en-US" dirty="0"/>
              <a:t>, the height of the fundus in centimeters should equal approximately the weeks of gestation.</a:t>
            </a:r>
          </a:p>
          <a:p>
            <a:r>
              <a:rPr lang="en-US" dirty="0"/>
              <a:t>Technique: Symphysis </a:t>
            </a:r>
            <a:r>
              <a:rPr lang="en-US" dirty="0">
                <a:sym typeface="Wingdings" panose="05000000000000000000" pitchFamily="2" charset="2"/>
              </a:rPr>
              <a:t> Fundus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1B10E2-8599-38FB-16EF-D2A7D8E869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91338" y="1825625"/>
            <a:ext cx="3654154" cy="4352141"/>
          </a:xfrm>
        </p:spPr>
      </p:pic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AF09852E-B6E2-91E1-B5E2-D3426463A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1126" y="2971800"/>
            <a:ext cx="914400" cy="914400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67BA957C-209C-11BB-96F4-A26F6E5E58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9815" y="485335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34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368C-28C2-34C7-FD71-007EA392E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② </a:t>
            </a:r>
            <a:r>
              <a:rPr lang="en-US" dirty="0"/>
              <a:t>Is the </a:t>
            </a:r>
            <a:r>
              <a:rPr lang="en-US" b="1" dirty="0">
                <a:solidFill>
                  <a:schemeClr val="accent6"/>
                </a:solidFill>
              </a:rPr>
              <a:t>lie</a:t>
            </a:r>
            <a:r>
              <a:rPr lang="en-US" dirty="0"/>
              <a:t> longitudinal?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0AF21-88CB-52FD-B257-F9435F315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Lie</a:t>
            </a:r>
            <a:r>
              <a:rPr lang="en-US" dirty="0"/>
              <a:t> = relation of the long axis of the fetus to the mother.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Only a longitudinal lie is normal.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0E2D27-3B2F-2D6F-F381-3DC8F4CC2E1B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2001968" y="2435854"/>
            <a:ext cx="3672751" cy="2849451"/>
          </a:xfr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D8774E3-E6C5-4676-F2D6-BD0233EB5AC2}"/>
              </a:ext>
            </a:extLst>
          </p:cNvPr>
          <p:cNvGrpSpPr/>
          <p:nvPr/>
        </p:nvGrpSpPr>
        <p:grpSpPr>
          <a:xfrm>
            <a:off x="7557502" y="2542528"/>
            <a:ext cx="3510035" cy="3950347"/>
            <a:chOff x="7386052" y="2379993"/>
            <a:chExt cx="3510035" cy="3950347"/>
          </a:xfrm>
        </p:grpSpPr>
        <p:pic>
          <p:nvPicPr>
            <p:cNvPr id="4" name="Content Placeholder 7">
              <a:extLst>
                <a:ext uri="{FF2B5EF4-FFF2-40B4-BE49-F238E27FC236}">
                  <a16:creationId xmlns:a16="http://schemas.microsoft.com/office/drawing/2014/main" id="{57C75C65-7925-02E4-4DBF-0FF9D7E30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74144" y="2884262"/>
              <a:ext cx="2133852" cy="2849178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635000" cap="sq">
              <a:solidFill>
                <a:srgbClr val="000000"/>
              </a:solidFill>
              <a:miter lim="800000"/>
            </a:ln>
            <a:effectLst>
              <a:outerShdw blurRad="254000" dist="190500" dir="2700000" sy="90000" algn="b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6E7AA95-CB72-05DF-5735-FD0C26A7B87D}"/>
                </a:ext>
              </a:extLst>
            </p:cNvPr>
            <p:cNvSpPr txBox="1"/>
            <p:nvPr/>
          </p:nvSpPr>
          <p:spPr>
            <a:xfrm>
              <a:off x="7386052" y="2379993"/>
              <a:ext cx="35100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>
                  <a:solidFill>
                    <a:schemeClr val="bg1"/>
                  </a:solidFill>
                </a:rPr>
                <a:t>The fundal grip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FAADC0-9B6C-D61F-836B-4309242253A4}"/>
                </a:ext>
              </a:extLst>
            </p:cNvPr>
            <p:cNvSpPr txBox="1"/>
            <p:nvPr/>
          </p:nvSpPr>
          <p:spPr>
            <a:xfrm>
              <a:off x="7386052" y="5807120"/>
              <a:ext cx="351003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The fundus is palpated and its contents (here the buttocks) identiﬁed.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126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E529E-90B2-44EC-5425-05B28001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③ </a:t>
            </a:r>
            <a:r>
              <a:rPr lang="en-US" dirty="0"/>
              <a:t>Where is the </a:t>
            </a:r>
            <a:r>
              <a:rPr lang="en-US" b="1" dirty="0">
                <a:solidFill>
                  <a:schemeClr val="accent6"/>
                </a:solidFill>
              </a:rPr>
              <a:t>back</a:t>
            </a:r>
            <a:r>
              <a:rPr lang="en-US" dirty="0"/>
              <a:t> of the fetus?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F5402-C10D-9C0B-DC6E-C3B882484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68023"/>
            <a:ext cx="3402769" cy="823912"/>
          </a:xfrm>
        </p:spPr>
        <p:txBody>
          <a:bodyPr anchor="t">
            <a:normAutofit/>
          </a:bodyPr>
          <a:lstStyle/>
          <a:p>
            <a:r>
              <a:rPr lang="en-US" sz="1800" dirty="0"/>
              <a:t>Back anterior and to the left </a:t>
            </a:r>
            <a:br>
              <a:rPr lang="en-US" sz="1800" dirty="0"/>
            </a:br>
            <a:r>
              <a:rPr lang="en-US" sz="1800" dirty="0"/>
              <a:t>(most common)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15036-0438-6ADC-14E7-ECEFEB266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3510035" cy="4203457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1400" i="1" dirty="0"/>
              <a:t>Anterior positions are regarded as normal as the occiput will rotate forward in labor.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D6924-B265-032E-029D-F910187F6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97850" y="2068023"/>
            <a:ext cx="3528124" cy="823912"/>
          </a:xfrm>
        </p:spPr>
        <p:txBody>
          <a:bodyPr anchor="t">
            <a:normAutofit/>
          </a:bodyPr>
          <a:lstStyle/>
          <a:p>
            <a:r>
              <a:rPr lang="en-US" sz="1800" dirty="0"/>
              <a:t>Back posterior and to the right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A61ABB8-6A6F-61F8-3558-D72D2E961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42179" y="2505074"/>
            <a:ext cx="3513209" cy="4203457"/>
          </a:xfrm>
        </p:spPr>
        <p:txBody>
          <a:bodyPr anchor="b">
            <a:normAutofit/>
          </a:bodyPr>
          <a:lstStyle/>
          <a:p>
            <a:pPr marL="0" indent="0" algn="r">
              <a:buNone/>
            </a:pPr>
            <a:r>
              <a:rPr lang="en-US" sz="1400" i="1" dirty="0"/>
              <a:t>In posterior positions, labor may be </a:t>
            </a:r>
            <a:br>
              <a:rPr lang="en-US" sz="1400" i="1" dirty="0"/>
            </a:br>
            <a:r>
              <a:rPr lang="en-US" sz="1400" i="1" dirty="0"/>
              <a:t>longer and more difficult.</a:t>
            </a:r>
            <a:br>
              <a:rPr lang="en-US" sz="1400" i="1" dirty="0"/>
            </a:br>
            <a:endParaRPr lang="en-US" sz="1400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25AD40-A201-0CA1-9A10-9BB5FC402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523" y="2712006"/>
            <a:ext cx="2760689" cy="3281839"/>
          </a:xfrm>
          <a:prstGeom prst="rect">
            <a:avLst/>
          </a:prstGeom>
        </p:spPr>
      </p:pic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6D1FEC0F-CE9E-27DD-8D8A-BFCC452FD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1" y="2581190"/>
            <a:ext cx="2760689" cy="329023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51ECA22-89EE-6311-D2A7-15DB3C0FEEFC}"/>
              </a:ext>
            </a:extLst>
          </p:cNvPr>
          <p:cNvGrpSpPr/>
          <p:nvPr/>
        </p:nvGrpSpPr>
        <p:grpSpPr>
          <a:xfrm>
            <a:off x="4242557" y="1690688"/>
            <a:ext cx="3510035" cy="3950347"/>
            <a:chOff x="7386052" y="2379993"/>
            <a:chExt cx="3510035" cy="3950347"/>
          </a:xfrm>
        </p:grpSpPr>
        <p:pic>
          <p:nvPicPr>
            <p:cNvPr id="14" name="Content Placeholder 7">
              <a:extLst>
                <a:ext uri="{FF2B5EF4-FFF2-40B4-BE49-F238E27FC236}">
                  <a16:creationId xmlns:a16="http://schemas.microsoft.com/office/drawing/2014/main" id="{7ABCB3D9-F04C-BC1B-75A6-06424FCC4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074144" y="2884954"/>
              <a:ext cx="2133852" cy="2847794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635000" cap="sq">
              <a:solidFill>
                <a:srgbClr val="000000"/>
              </a:solidFill>
              <a:miter lim="800000"/>
            </a:ln>
            <a:effectLst>
              <a:outerShdw blurRad="254000" dist="190500" dir="2700000" sy="90000" algn="b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45547DB-80A9-1AB1-EC5B-B2ED56924293}"/>
                </a:ext>
              </a:extLst>
            </p:cNvPr>
            <p:cNvSpPr txBox="1"/>
            <p:nvPr/>
          </p:nvSpPr>
          <p:spPr>
            <a:xfrm>
              <a:off x="7386052" y="2379993"/>
              <a:ext cx="35100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>
                  <a:solidFill>
                    <a:schemeClr val="bg1"/>
                  </a:solidFill>
                </a:rPr>
                <a:t>The lateral (umbilical) grip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6B52771-E0CB-91E4-F36F-0EB302A2055C}"/>
                </a:ext>
              </a:extLst>
            </p:cNvPr>
            <p:cNvSpPr txBox="1"/>
            <p:nvPr/>
          </p:nvSpPr>
          <p:spPr>
            <a:xfrm>
              <a:off x="7386052" y="5807120"/>
              <a:ext cx="351003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Palpate the contours of the uterus, identifying the back and the limbs.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6133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77B7-9C12-7ED5-1713-214151A7F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④ </a:t>
            </a:r>
            <a:r>
              <a:rPr lang="en-US" dirty="0"/>
              <a:t>What is the </a:t>
            </a:r>
            <a:r>
              <a:rPr lang="en-US" b="1" dirty="0"/>
              <a:t>fetal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presentation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26912-0CE3-51AA-875A-8ACC927A9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743092" cy="4351338"/>
          </a:xfrm>
        </p:spPr>
        <p:txBody>
          <a:bodyPr>
            <a:normAutofit/>
          </a:bodyPr>
          <a:lstStyle/>
          <a:p>
            <a:r>
              <a:rPr lang="en-US" sz="2400" i="1" dirty="0">
                <a:solidFill>
                  <a:srgbClr val="C00000"/>
                </a:solidFill>
              </a:rPr>
              <a:t>Presentation</a:t>
            </a:r>
            <a:r>
              <a:rPr lang="en-US" sz="2400" dirty="0"/>
              <a:t> = lowermost part of the fetus entering the maternal pelvis first.</a:t>
            </a:r>
          </a:p>
          <a:p>
            <a:r>
              <a:rPr lang="en-US" sz="2400" dirty="0"/>
              <a:t>Cephalic, Vertex, Breech  </a:t>
            </a:r>
          </a:p>
          <a:p>
            <a:r>
              <a:rPr lang="en-US" sz="2400" dirty="0"/>
              <a:t>Only a cephalic presentation is normal after 32 weeks. </a:t>
            </a:r>
          </a:p>
          <a:p>
            <a:r>
              <a:rPr lang="en-US" sz="2400" dirty="0"/>
              <a:t>At 30 weeks, however, up to 25% of babies present by the breech.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F159F9-F5EC-4BCE-9BCD-68D8C9974B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191080" y="4318495"/>
            <a:ext cx="3809840" cy="2391733"/>
          </a:xfr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4FBD001-918A-DF7C-B708-A3FCC9E9DC66}"/>
              </a:ext>
            </a:extLst>
          </p:cNvPr>
          <p:cNvGrpSpPr/>
          <p:nvPr/>
        </p:nvGrpSpPr>
        <p:grpSpPr>
          <a:xfrm>
            <a:off x="8581292" y="1825625"/>
            <a:ext cx="3510035" cy="3950347"/>
            <a:chOff x="7386052" y="2379993"/>
            <a:chExt cx="3510035" cy="3950347"/>
          </a:xfrm>
        </p:grpSpPr>
        <p:pic>
          <p:nvPicPr>
            <p:cNvPr id="9" name="Content Placeholder 7">
              <a:extLst>
                <a:ext uri="{FF2B5EF4-FFF2-40B4-BE49-F238E27FC236}">
                  <a16:creationId xmlns:a16="http://schemas.microsoft.com/office/drawing/2014/main" id="{5DF98A44-2571-E147-CD63-BC63192A0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074144" y="2884954"/>
              <a:ext cx="2133851" cy="2847794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635000" cap="sq">
              <a:solidFill>
                <a:srgbClr val="000000"/>
              </a:solidFill>
              <a:miter lim="800000"/>
            </a:ln>
            <a:effectLst>
              <a:outerShdw blurRad="254000" dist="190500" dir="2700000" sy="90000" algn="b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38684A-C909-2259-359C-CF750D7DEC52}"/>
                </a:ext>
              </a:extLst>
            </p:cNvPr>
            <p:cNvSpPr txBox="1"/>
            <p:nvPr/>
          </p:nvSpPr>
          <p:spPr>
            <a:xfrm>
              <a:off x="7386052" y="2379993"/>
              <a:ext cx="35100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>
                  <a:solidFill>
                    <a:schemeClr val="bg1"/>
                  </a:solidFill>
                </a:rPr>
                <a:t>The first pelvic grip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7B50F0-E20D-9C7B-FD44-18A5A40FE832}"/>
                </a:ext>
              </a:extLst>
            </p:cNvPr>
            <p:cNvSpPr txBox="1"/>
            <p:nvPr/>
          </p:nvSpPr>
          <p:spPr>
            <a:xfrm>
              <a:off x="7386052" y="5807120"/>
              <a:ext cx="351003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Palpate the head, and note whether it is mobile or fixed in the brim.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0921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7888-112C-7EEC-44B2-A22092FAE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⑤ </a:t>
            </a:r>
            <a:r>
              <a:rPr lang="en-US" dirty="0"/>
              <a:t>Is the </a:t>
            </a:r>
            <a:r>
              <a:rPr lang="en-US" b="1" dirty="0"/>
              <a:t>head </a:t>
            </a:r>
            <a:r>
              <a:rPr lang="en-US" b="1" dirty="0">
                <a:solidFill>
                  <a:schemeClr val="accent6"/>
                </a:solidFill>
              </a:rPr>
              <a:t>engaged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186E9-E9CF-DFFF-8D2D-95964DAB6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Engagement</a:t>
            </a:r>
            <a:r>
              <a:rPr lang="en-US" dirty="0"/>
              <a:t> = the descent of the widest dimensions of the presenting part through the pelvic brim.</a:t>
            </a:r>
          </a:p>
          <a:p>
            <a:r>
              <a:rPr lang="en-US" dirty="0"/>
              <a:t>Identify the number of ‘fifths’ palpable abdominally. </a:t>
            </a:r>
          </a:p>
          <a:p>
            <a:pPr lvl="1"/>
            <a:r>
              <a:rPr lang="en-US" dirty="0"/>
              <a:t>When the head is engaged, 2/5 or less will be felt.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604053-525D-F0A3-CE7E-23EB2F3CD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766" y="1825625"/>
            <a:ext cx="2434482" cy="49796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12BD1C-CB86-7080-97A7-EF4D1F566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50" y="5215306"/>
            <a:ext cx="2857500" cy="146685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C9C3DFA-6C3A-BB65-93A3-A0DE42944493}"/>
              </a:ext>
            </a:extLst>
          </p:cNvPr>
          <p:cNvGrpSpPr/>
          <p:nvPr/>
        </p:nvGrpSpPr>
        <p:grpSpPr>
          <a:xfrm>
            <a:off x="6096000" y="1972008"/>
            <a:ext cx="3510035" cy="4042703"/>
            <a:chOff x="7386052" y="2379993"/>
            <a:chExt cx="3510035" cy="4042703"/>
          </a:xfrm>
        </p:grpSpPr>
        <p:pic>
          <p:nvPicPr>
            <p:cNvPr id="14" name="Content Placeholder 7">
              <a:extLst>
                <a:ext uri="{FF2B5EF4-FFF2-40B4-BE49-F238E27FC236}">
                  <a16:creationId xmlns:a16="http://schemas.microsoft.com/office/drawing/2014/main" id="{DB2C7A08-F7C2-AC2F-BD6E-579898756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074144" y="2884954"/>
              <a:ext cx="2133851" cy="2847793"/>
            </a:xfrm>
            <a:prstGeom prst="rect">
              <a:avLst/>
            </a:prstGeom>
            <a:solidFill>
              <a:srgbClr val="000000">
                <a:shade val="95000"/>
              </a:srgbClr>
            </a:solidFill>
            <a:ln w="635000" cap="sq">
              <a:solidFill>
                <a:srgbClr val="000000"/>
              </a:solidFill>
              <a:miter lim="800000"/>
            </a:ln>
            <a:effectLst>
              <a:outerShdw blurRad="254000" dist="190500" dir="2700000" sy="90000" algn="b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552A3B4-39E9-CA90-8DAA-422EDC11CBE2}"/>
                </a:ext>
              </a:extLst>
            </p:cNvPr>
            <p:cNvSpPr txBox="1"/>
            <p:nvPr/>
          </p:nvSpPr>
          <p:spPr>
            <a:xfrm>
              <a:off x="7386052" y="2379993"/>
              <a:ext cx="35100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>
                  <a:solidFill>
                    <a:schemeClr val="bg1"/>
                  </a:solidFill>
                </a:rPr>
                <a:t>The second pelvic grip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52AAEE-E88B-297B-8224-EECDEFE9466B}"/>
                </a:ext>
              </a:extLst>
            </p:cNvPr>
            <p:cNvSpPr txBox="1"/>
            <p:nvPr/>
          </p:nvSpPr>
          <p:spPr>
            <a:xfrm>
              <a:off x="7386052" y="5684032"/>
              <a:ext cx="3510035" cy="73866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Face the patient’s feet and push 2 fingers towards the pelvis to determine whether it is fixed or mobile.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1272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D8A81C-21EB-2121-5571-8E5B723E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⑤ </a:t>
            </a:r>
            <a:r>
              <a:rPr lang="en-US" dirty="0"/>
              <a:t>Is the </a:t>
            </a:r>
            <a:r>
              <a:rPr lang="en-US" b="1" dirty="0"/>
              <a:t>head </a:t>
            </a:r>
            <a:r>
              <a:rPr lang="en-US" b="1" dirty="0">
                <a:solidFill>
                  <a:schemeClr val="accent6"/>
                </a:solidFill>
              </a:rPr>
              <a:t>engaged</a:t>
            </a:r>
            <a:r>
              <a:rPr lang="en-US" dirty="0"/>
              <a:t>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14EDFB-37F3-A7F1-346A-C3800FD25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 dirty="0"/>
              <a:t>Non-engaged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B0A8D6E-FDBE-B3DD-CD5A-25FA39657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n-US" dirty="0"/>
              <a:t>Engaged 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3DD773E-5A3C-8736-095A-71DDAE6D5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256212" cy="3684588"/>
          </a:xfrm>
        </p:spPr>
        <p:txBody>
          <a:bodyPr/>
          <a:lstStyle/>
          <a:p>
            <a:r>
              <a:rPr lang="en-US" dirty="0"/>
              <a:t>The head is ≥ 3/5 palpable</a:t>
            </a:r>
          </a:p>
          <a:p>
            <a:r>
              <a:rPr lang="en-US" dirty="0"/>
              <a:t>The presenting part is “mobile”</a:t>
            </a:r>
          </a:p>
        </p:txBody>
      </p:sp>
      <p:pic>
        <p:nvPicPr>
          <p:cNvPr id="14" name="Content Placeholder 9">
            <a:extLst>
              <a:ext uri="{FF2B5EF4-FFF2-40B4-BE49-F238E27FC236}">
                <a16:creationId xmlns:a16="http://schemas.microsoft.com/office/drawing/2014/main" id="{5A88C82B-D5E7-087C-062E-0DDE1DF9F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128" y="4083743"/>
            <a:ext cx="2009292" cy="2099800"/>
          </a:xfrm>
          <a:prstGeom prst="rect">
            <a:avLst/>
          </a:prstGeo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432DFBE-9DA3-BF1C-B3DD-E76BEC7B0C5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The head is ≤ 2/5 palpable</a:t>
            </a:r>
          </a:p>
          <a:p>
            <a:r>
              <a:rPr lang="en-US" dirty="0"/>
              <a:t>The presenting part is “fixed”</a:t>
            </a:r>
          </a:p>
          <a:p>
            <a:endParaRPr lang="en-US" dirty="0"/>
          </a:p>
        </p:txBody>
      </p:sp>
      <p:pic>
        <p:nvPicPr>
          <p:cNvPr id="17" name="Content Placeholder 10">
            <a:extLst>
              <a:ext uri="{FF2B5EF4-FFF2-40B4-BE49-F238E27FC236}">
                <a16:creationId xmlns:a16="http://schemas.microsoft.com/office/drawing/2014/main" id="{19A33278-2748-54C8-3E91-52918D87C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574" y="4089862"/>
            <a:ext cx="2009292" cy="20998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6A0CDB6-E1E8-C3CE-4940-F93C43223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1791" y="4089861"/>
            <a:ext cx="1971867" cy="20936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42EDCE-6DB9-E56E-B9D7-E611510E7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3237" y="4083744"/>
            <a:ext cx="1977407" cy="20997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BF15BB-C35F-72A0-9CD5-9CA3894A5FAC}"/>
                  </a:ext>
                </a:extLst>
              </p14:cNvPr>
              <p14:cNvContentPartPr/>
              <p14:nvPr/>
            </p14:nvContentPartPr>
            <p14:xfrm>
              <a:off x="1683194" y="4814418"/>
              <a:ext cx="705600" cy="512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BF15BB-C35F-72A0-9CD5-9CA3894A5F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7194" y="4778778"/>
                <a:ext cx="77724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0667C6A-949E-39B0-CC4C-CB1E66556466}"/>
                  </a:ext>
                </a:extLst>
              </p14:cNvPr>
              <p14:cNvContentPartPr/>
              <p14:nvPr/>
            </p14:nvContentPartPr>
            <p14:xfrm>
              <a:off x="6997874" y="4800378"/>
              <a:ext cx="727200" cy="509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0667C6A-949E-39B0-CC4C-CB1E665564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61874" y="4764738"/>
                <a:ext cx="798840" cy="58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5121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D26603F-BAF2-B720-DB1D-07E6C4F69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985838"/>
            <a:ext cx="5157787" cy="823912"/>
          </a:xfrm>
        </p:spPr>
        <p:txBody>
          <a:bodyPr anchor="t"/>
          <a:lstStyle/>
          <a:p>
            <a:pPr algn="ctr"/>
            <a:r>
              <a:rPr lang="en-US" dirty="0"/>
              <a:t>The 4 maneuvers of Leopold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C3227F0-B4C2-9FA2-BEBA-92E286C6D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85838"/>
            <a:ext cx="5183188" cy="823912"/>
          </a:xfrm>
        </p:spPr>
        <p:txBody>
          <a:bodyPr anchor="t"/>
          <a:lstStyle/>
          <a:p>
            <a:pPr algn="ctr"/>
            <a:r>
              <a:rPr lang="en-US" dirty="0"/>
              <a:t>Methods of estimating fifths</a:t>
            </a:r>
          </a:p>
        </p:txBody>
      </p:sp>
      <p:pic>
        <p:nvPicPr>
          <p:cNvPr id="24" name="Content Placeholder 14">
            <a:extLst>
              <a:ext uri="{FF2B5EF4-FFF2-40B4-BE49-F238E27FC236}">
                <a16:creationId xmlns:a16="http://schemas.microsoft.com/office/drawing/2014/main" id="{7E13389C-705A-B12D-4200-97A56FE0C8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56311" y="1809750"/>
            <a:ext cx="4700854" cy="4379913"/>
          </a:xfrm>
        </p:spPr>
      </p:pic>
      <p:pic>
        <p:nvPicPr>
          <p:cNvPr id="27" name="Content Placeholder 15">
            <a:extLst>
              <a:ext uri="{FF2B5EF4-FFF2-40B4-BE49-F238E27FC236}">
                <a16:creationId xmlns:a16="http://schemas.microsoft.com/office/drawing/2014/main" id="{311F4055-3112-F58A-C148-9215DDFB6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013" y="3062287"/>
            <a:ext cx="3343559" cy="368458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07A22C2-5C67-3C5F-772B-5C9E4D34C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681" y="1457325"/>
            <a:ext cx="4086225" cy="128939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B248D7D-F87A-BFFF-092F-E0C41040E65F}"/>
              </a:ext>
            </a:extLst>
          </p:cNvPr>
          <p:cNvSpPr txBox="1"/>
          <p:nvPr/>
        </p:nvSpPr>
        <p:spPr>
          <a:xfrm>
            <a:off x="8487567" y="2704311"/>
            <a:ext cx="55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262905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8573-35D7-3F97-651E-8A2C23FF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4259B"/>
                </a:solidFill>
              </a:rPr>
              <a:t>Auscultation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EBBFB-75E3-FD43-30DB-FE30FE8BA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Listen over the fetal back (lie and position should have been established):</a:t>
            </a:r>
          </a:p>
          <a:p>
            <a:pPr lvl="1"/>
            <a:r>
              <a:rPr lang="en-US" dirty="0"/>
              <a:t>Cephalic </a:t>
            </a:r>
            <a:r>
              <a:rPr lang="en-US" dirty="0">
                <a:sym typeface="Wingdings" panose="05000000000000000000" pitchFamily="2" charset="2"/>
              </a:rPr>
              <a:t> in the lower quadrant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Breech  at level of umbilicus</a:t>
            </a:r>
            <a:endParaRPr lang="en-US" dirty="0"/>
          </a:p>
          <a:p>
            <a:r>
              <a:rPr lang="en-US" dirty="0"/>
              <a:t>Using </a:t>
            </a:r>
          </a:p>
          <a:p>
            <a:pPr lvl="1"/>
            <a:r>
              <a:rPr lang="en-US" dirty="0"/>
              <a:t>hand-held Doppler</a:t>
            </a:r>
          </a:p>
          <a:p>
            <a:pPr lvl="1"/>
            <a:r>
              <a:rPr lang="en-US" dirty="0"/>
              <a:t>Pinard’s stethoscope</a:t>
            </a:r>
          </a:p>
          <a:p>
            <a:r>
              <a:rPr lang="en-US" i="1" dirty="0"/>
              <a:t>One minute</a:t>
            </a:r>
          </a:p>
          <a:p>
            <a:r>
              <a:rPr lang="en-US" i="1" dirty="0"/>
              <a:t>Hands off</a:t>
            </a:r>
          </a:p>
          <a:p>
            <a:r>
              <a:rPr lang="en-US" i="1" dirty="0"/>
              <a:t>Maternal pulse</a:t>
            </a:r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DC782E-87B3-BCCA-895F-86A7CF4E1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017" y="4212468"/>
            <a:ext cx="3406434" cy="25353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D4CA6F-CF9F-907F-6931-903C9522DB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22643"/>
          <a:stretch/>
        </p:blipFill>
        <p:spPr>
          <a:xfrm>
            <a:off x="8030094" y="2516724"/>
            <a:ext cx="3323706" cy="320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53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405A6-5B39-56DA-EA7B-87009E2F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56761-8450-F668-43E0-6F718B1FF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Report the findings </a:t>
            </a:r>
            <a:r>
              <a:rPr lang="en-US" b="1" dirty="0"/>
              <a:t>to the patient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Record the findings </a:t>
            </a:r>
            <a:r>
              <a:rPr lang="en-US" b="1" dirty="0"/>
              <a:t>in the patient’s documents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Tell her the </a:t>
            </a:r>
            <a:r>
              <a:rPr lang="en-US" b="1" dirty="0"/>
              <a:t>next appointment</a:t>
            </a:r>
            <a:r>
              <a:rPr lang="en-US" dirty="0"/>
              <a:t>, and investigations if required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Give her the </a:t>
            </a:r>
            <a:r>
              <a:rPr lang="en-US" b="1" dirty="0"/>
              <a:t>warning signs </a:t>
            </a:r>
            <a:r>
              <a:rPr lang="en-US" dirty="0"/>
              <a:t>to visit before the next appointment</a:t>
            </a:r>
          </a:p>
        </p:txBody>
      </p:sp>
    </p:spTree>
    <p:extLst>
      <p:ext uri="{BB962C8B-B14F-4D97-AF65-F5344CB8AC3E}">
        <p14:creationId xmlns:p14="http://schemas.microsoft.com/office/powerpoint/2010/main" val="2350879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43132E-E9AD-E209-C763-E474AC2C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Tips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3DB04F-BCAF-ACE3-4ED4-7134B4042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the woman to lie on her back on the examination table with a </a:t>
            </a:r>
            <a:r>
              <a:rPr lang="en-US" b="1" dirty="0"/>
              <a:t>pillow under her knees </a:t>
            </a:r>
            <a:r>
              <a:rPr lang="en-US" dirty="0"/>
              <a:t>to relax her abdominal muscles.</a:t>
            </a:r>
          </a:p>
          <a:p>
            <a:r>
              <a:rPr lang="en-US" dirty="0"/>
              <a:t>Stand on the </a:t>
            </a:r>
            <a:r>
              <a:rPr lang="en-US" b="1" dirty="0"/>
              <a:t>right</a:t>
            </a:r>
            <a:r>
              <a:rPr lang="en-US" dirty="0"/>
              <a:t> side of the patient. (??)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130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92BD-A4FD-8945-AC26-272C667322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spc="300" dirty="0">
                <a:solidFill>
                  <a:srgbClr val="1526A1"/>
                </a:solidFill>
              </a:rPr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ABD68FD-F95E-A02F-18BF-5F7E45D17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/>
          <a:p>
            <a:r>
              <a:rPr lang="en-US" sz="3600" dirty="0">
                <a:solidFill>
                  <a:schemeClr val="accent6"/>
                </a:solidFill>
              </a:rPr>
              <a:t>Open Discussion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184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1008</Words>
  <Application>Microsoft Office PowerPoint</Application>
  <PresentationFormat>Widescreen</PresentationFormat>
  <Paragraphs>172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Gill Sans MT</vt:lpstr>
      <vt:lpstr>Symbol</vt:lpstr>
      <vt:lpstr>Wingdings</vt:lpstr>
      <vt:lpstr>Office Theme</vt:lpstr>
      <vt:lpstr>Clinical Assessment of Pregnant Women:  2. Abdominal Examination</vt:lpstr>
      <vt:lpstr>Approach to your patient’s condition</vt:lpstr>
      <vt:lpstr>Assessment: Maternal &amp; Fetal</vt:lpstr>
      <vt:lpstr>General Examination</vt:lpstr>
      <vt:lpstr>Abdominal Examination</vt:lpstr>
      <vt:lpstr>Getting Ready</vt:lpstr>
      <vt:lpstr>Inspection </vt:lpstr>
      <vt:lpstr>Palpation</vt:lpstr>
      <vt:lpstr>Palpation (the fetus)</vt:lpstr>
      <vt:lpstr>Abdominal palpation</vt:lpstr>
      <vt:lpstr>① Is the size consistent with  estimated gestational age?</vt:lpstr>
      <vt:lpstr>① Is the size consistent with  estimated gestational age?</vt:lpstr>
      <vt:lpstr>② Is the lie longitudinal?</vt:lpstr>
      <vt:lpstr>③ Where is the back of the fetus?</vt:lpstr>
      <vt:lpstr>④ What is the fetal presentation?</vt:lpstr>
      <vt:lpstr>⑤ Is the head engaged?</vt:lpstr>
      <vt:lpstr>⑤ Is the head engaged?</vt:lpstr>
      <vt:lpstr>PowerPoint Presentation</vt:lpstr>
      <vt:lpstr>Auscultation </vt:lpstr>
      <vt:lpstr>At the End</vt:lpstr>
      <vt:lpstr>Tips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Hamdy Bakry Alqenawy</dc:creator>
  <cp:lastModifiedBy>Hamdy Bakry Alqenawy</cp:lastModifiedBy>
  <cp:revision>3</cp:revision>
  <dcterms:created xsi:type="dcterms:W3CDTF">2024-03-17T10:22:28Z</dcterms:created>
  <dcterms:modified xsi:type="dcterms:W3CDTF">2025-06-13T20:19:42Z</dcterms:modified>
</cp:coreProperties>
</file>